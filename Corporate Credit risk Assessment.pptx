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_rels/presentation.xml.rels" ContentType="application/vnd.openxmlformats-package.relationships+xml"/>
  <Override PartName="/ppt/media/image1.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1143000" y="609480"/>
            <a:ext cx="9875160" cy="13561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9" name="PlaceHolder 2"/>
          <p:cNvSpPr>
            <a:spLocks noGrp="1"/>
          </p:cNvSpPr>
          <p:nvPr>
            <p:ph type="subTitle"/>
          </p:nvPr>
        </p:nvSpPr>
        <p:spPr>
          <a:xfrm>
            <a:off x="1143000" y="2057400"/>
            <a:ext cx="9872640" cy="403812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C2F6D47-6AA1-4234-931F-E5ACF5BA9652}"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EB535F29-8F04-4B55-8DB8-7D25D2C006A9}"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6298C1FF-0CA1-45F2-8895-EF90EF6484CE}" type="slidenum">
              <a:t>&lt;#&gt;</a:t>
            </a:fld>
          </a:p>
        </p:txBody>
      </p:sp>
      <p:sp>
        <p:nvSpPr>
          <p:cNvPr id="4" name="PlaceHolder 3"/>
          <p:cNvSpPr>
            <a:spLocks noGrp="1"/>
          </p:cNvSpPr>
          <p:nvPr>
            <p:ph type="dt" idx="7"/>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1143000" y="609480"/>
            <a:ext cx="9875160" cy="13561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9" name="PlaceHolder 2"/>
          <p:cNvSpPr>
            <a:spLocks noGrp="1"/>
          </p:cNvSpPr>
          <p:nvPr>
            <p:ph/>
          </p:nvPr>
        </p:nvSpPr>
        <p:spPr>
          <a:xfrm>
            <a:off x="1143000" y="2057400"/>
            <a:ext cx="9872640" cy="4038120"/>
          </a:xfrm>
          <a:prstGeom prst="rect">
            <a:avLst/>
          </a:prstGeom>
          <a:noFill/>
          <a:ln w="0">
            <a:noFill/>
          </a:ln>
        </p:spPr>
        <p:txBody>
          <a:bodyPr lIns="0" rIns="0" tIns="0" bIns="0" anchor="t">
            <a:normAutofit/>
          </a:bodyPr>
          <a:p>
            <a:pPr indent="0">
              <a:lnSpc>
                <a:spcPct val="90000"/>
              </a:lnSpc>
              <a:spcBef>
                <a:spcPts val="1417"/>
              </a:spcBef>
              <a:buNone/>
            </a:pPr>
            <a:endParaRPr b="0" lang="en-US" sz="2200" spc="-1" strike="noStrike">
              <a:solidFill>
                <a:schemeClr val="accent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33AD062E-19B8-4AD1-A1A2-96324EA69DE7}" type="slidenum">
              <a:t>&lt;#&gt;</a:t>
            </a:fld>
          </a:p>
        </p:txBody>
      </p:sp>
      <p:sp>
        <p:nvSpPr>
          <p:cNvPr id="6" name="PlaceHolder 5"/>
          <p:cNvSpPr>
            <a:spLocks noGrp="1"/>
          </p:cNvSpPr>
          <p:nvPr>
            <p:ph type="dt" idx="10"/>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7CDC52BD-28EF-4BBA-8CCD-3AD812AD3783}" type="slidenum">
              <a:t>&lt;#&gt;</a:t>
            </a:fld>
          </a:p>
        </p:txBody>
      </p:sp>
      <p:sp>
        <p:nvSpPr>
          <p:cNvPr id="4" name="PlaceHolder 3"/>
          <p:cNvSpPr>
            <a:spLocks noGrp="1"/>
          </p:cNvSpPr>
          <p:nvPr>
            <p:ph type="dt" idx="13"/>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1143000" y="609480"/>
            <a:ext cx="9875160" cy="13561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45" name="PlaceHolder 2"/>
          <p:cNvSpPr>
            <a:spLocks noGrp="1"/>
          </p:cNvSpPr>
          <p:nvPr>
            <p:ph/>
          </p:nvPr>
        </p:nvSpPr>
        <p:spPr>
          <a:xfrm>
            <a:off x="1143000" y="2057400"/>
            <a:ext cx="4817520" cy="4038120"/>
          </a:xfrm>
          <a:prstGeom prst="rect">
            <a:avLst/>
          </a:prstGeom>
          <a:noFill/>
          <a:ln w="0">
            <a:noFill/>
          </a:ln>
        </p:spPr>
        <p:txBody>
          <a:bodyPr lIns="0" rIns="0" tIns="0" bIns="0" anchor="t">
            <a:normAutofit/>
          </a:bodyPr>
          <a:p>
            <a:pPr indent="0">
              <a:lnSpc>
                <a:spcPct val="90000"/>
              </a:lnSpc>
              <a:spcBef>
                <a:spcPts val="1417"/>
              </a:spcBef>
              <a:buNone/>
            </a:pPr>
            <a:endParaRPr b="0" lang="en-US" sz="2200" spc="-1" strike="noStrike">
              <a:solidFill>
                <a:schemeClr val="accent1"/>
              </a:solidFill>
              <a:latin typeface="Calibri"/>
            </a:endParaRPr>
          </a:p>
        </p:txBody>
      </p:sp>
      <p:sp>
        <p:nvSpPr>
          <p:cNvPr id="46" name="PlaceHolder 3"/>
          <p:cNvSpPr>
            <a:spLocks noGrp="1"/>
          </p:cNvSpPr>
          <p:nvPr>
            <p:ph/>
          </p:nvPr>
        </p:nvSpPr>
        <p:spPr>
          <a:xfrm>
            <a:off x="6201720" y="2057400"/>
            <a:ext cx="4817520" cy="4038120"/>
          </a:xfrm>
          <a:prstGeom prst="rect">
            <a:avLst/>
          </a:prstGeom>
          <a:noFill/>
          <a:ln w="0">
            <a:noFill/>
          </a:ln>
        </p:spPr>
        <p:txBody>
          <a:bodyPr lIns="0" rIns="0" tIns="0" bIns="0" anchor="t">
            <a:normAutofit/>
          </a:bodyPr>
          <a:p>
            <a:pPr indent="0">
              <a:lnSpc>
                <a:spcPct val="90000"/>
              </a:lnSpc>
              <a:spcBef>
                <a:spcPts val="1417"/>
              </a:spcBef>
              <a:buNone/>
            </a:pPr>
            <a:endParaRPr b="0" lang="en-US" sz="2200" spc="-1" strike="noStrike">
              <a:solidFill>
                <a:schemeClr val="accent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5F37ACFE-D3F7-4B43-AA1A-FDBEFC3BF1B8}" type="slidenum">
              <a:t>&lt;#&gt;</a:t>
            </a:fld>
          </a:p>
        </p:txBody>
      </p:sp>
      <p:sp>
        <p:nvSpPr>
          <p:cNvPr id="7" name="PlaceHolder 6"/>
          <p:cNvSpPr>
            <a:spLocks noGrp="1"/>
          </p:cNvSpPr>
          <p:nvPr>
            <p:ph type="dt" idx="16"/>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792F91D2-C1CB-47FC-90CC-31B2711520AD}" type="slidenum">
              <a:t>&lt;#&gt;</a:t>
            </a:fld>
          </a:p>
        </p:txBody>
      </p:sp>
      <p:sp>
        <p:nvSpPr>
          <p:cNvPr id="4" name="PlaceHolder 3"/>
          <p:cNvSpPr>
            <a:spLocks noGrp="1"/>
          </p:cNvSpPr>
          <p:nvPr>
            <p:ph type="dt" idx="19"/>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1" name="PlaceHolder 1"/>
          <p:cNvSpPr>
            <a:spLocks noGrp="1"/>
          </p:cNvSpPr>
          <p:nvPr>
            <p:ph type="title"/>
          </p:nvPr>
        </p:nvSpPr>
        <p:spPr>
          <a:xfrm>
            <a:off x="1143000" y="609480"/>
            <a:ext cx="9875160" cy="13561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D55128EA-7048-4D65-BD9E-952EC78DFED2}" type="slidenum">
              <a:t>&lt;#&gt;</a:t>
            </a:fld>
          </a:p>
        </p:txBody>
      </p:sp>
      <p:sp>
        <p:nvSpPr>
          <p:cNvPr id="5" name="PlaceHolder 4"/>
          <p:cNvSpPr>
            <a:spLocks noGrp="1"/>
          </p:cNvSpPr>
          <p:nvPr>
            <p:ph type="dt" idx="22"/>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0DFEA440-53F4-404A-88BC-CFFA561C3562}" type="slidenum">
              <a:t>&lt;#&gt;</a:t>
            </a:fld>
          </a:p>
        </p:txBody>
      </p:sp>
      <p:sp>
        <p:nvSpPr>
          <p:cNvPr id="4" name="PlaceHolder 3"/>
          <p:cNvSpPr>
            <a:spLocks noGrp="1"/>
          </p:cNvSpPr>
          <p:nvPr>
            <p:ph type="dt" idx="25"/>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099915D1-DDEC-4772-8755-C35509927C4D}" type="slidenum">
              <a:t>&lt;#&gt;</a:t>
            </a:fld>
          </a:p>
        </p:txBody>
      </p:sp>
      <p:sp>
        <p:nvSpPr>
          <p:cNvPr id="4" name="PlaceHolder 3"/>
          <p:cNvSpPr>
            <a:spLocks noGrp="1"/>
          </p:cNvSpPr>
          <p:nvPr>
            <p:ph type="dt" idx="28"/>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6B14FD74-4C1C-4696-84D6-6229232B8437}" type="slidenum">
              <a:t>&lt;#&gt;</a:t>
            </a:fld>
          </a:p>
        </p:txBody>
      </p:sp>
      <p:sp>
        <p:nvSpPr>
          <p:cNvPr id="4" name="PlaceHolder 3"/>
          <p:cNvSpPr>
            <a:spLocks noGrp="1"/>
          </p:cNvSpPr>
          <p:nvPr>
            <p:ph type="dt" idx="3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accbf9"/>
        </a:solidFill>
      </p:bgPr>
    </p:bg>
    <p:spTree>
      <p:nvGrpSpPr>
        <p:cNvPr id="1" name=""/>
        <p:cNvGrpSpPr/>
        <p:nvPr/>
      </p:nvGrpSpPr>
      <p:grpSpPr>
        <a:xfrm>
          <a:off x="0" y="0"/>
          <a:ext cx="0" cy="0"/>
          <a:chOff x="0" y="0"/>
          <a:chExt cx="0" cy="0"/>
        </a:xfrm>
      </p:grpSpPr>
      <p:sp>
        <p:nvSpPr>
          <p:cNvPr id="0" name="Rectangle 6"/>
          <p:cNvSpPr/>
          <p:nvPr/>
        </p:nvSpPr>
        <p:spPr>
          <a:xfrm>
            <a:off x="231120" y="243720"/>
            <a:ext cx="11724120" cy="6377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 name="Rectangle 6"/>
          <p:cNvSpPr/>
          <p:nvPr/>
        </p:nvSpPr>
        <p:spPr>
          <a:xfrm>
            <a:off x="231120" y="243720"/>
            <a:ext cx="11724120" cy="6377400"/>
          </a:xfrm>
          <a:prstGeom prst="rect">
            <a:avLst/>
          </a:prstGeom>
          <a:solidFill>
            <a:schemeClr val="accent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pc="-1" strike="noStrike">
              <a:solidFill>
                <a:srgbClr val="ffffff"/>
              </a:solidFill>
              <a:latin typeface="Arial"/>
            </a:endParaRPr>
          </a:p>
        </p:txBody>
      </p:sp>
      <p:sp>
        <p:nvSpPr>
          <p:cNvPr id="2" name="PlaceHolder 1"/>
          <p:cNvSpPr>
            <a:spLocks noGrp="1"/>
          </p:cNvSpPr>
          <p:nvPr>
            <p:ph type="title"/>
          </p:nvPr>
        </p:nvSpPr>
        <p:spPr>
          <a:xfrm>
            <a:off x="1109880" y="882360"/>
            <a:ext cx="9966600" cy="2925720"/>
          </a:xfrm>
          <a:prstGeom prst="rect">
            <a:avLst/>
          </a:prstGeom>
          <a:noFill/>
          <a:ln w="0">
            <a:noFill/>
          </a:ln>
        </p:spPr>
        <p:txBody>
          <a:bodyPr lIns="91440" rIns="91440" tIns="45720" bIns="45720" anchor="b">
            <a:normAutofit/>
          </a:bodyPr>
          <a:p>
            <a:pPr indent="0" algn="ctr" defTabSz="914400">
              <a:lnSpc>
                <a:spcPct val="85000"/>
              </a:lnSpc>
              <a:buNone/>
            </a:pPr>
            <a:r>
              <a:rPr b="1" lang="en-US" sz="7200" spc="-1" strike="noStrike" cap="all">
                <a:solidFill>
                  <a:srgbClr val="ffffff"/>
                </a:solidFill>
                <a:latin typeface="Calibri"/>
              </a:rPr>
              <a:t>Click to edit Master title style</a:t>
            </a:r>
            <a:endParaRPr b="0" lang="en-US" sz="7200" spc="-1" strike="noStrike">
              <a:solidFill>
                <a:schemeClr val="dk1"/>
              </a:solidFill>
              <a:latin typeface="Calibri"/>
            </a:endParaRPr>
          </a:p>
        </p:txBody>
      </p:sp>
      <p:sp>
        <p:nvSpPr>
          <p:cNvPr id="3" name="PlaceHolder 2"/>
          <p:cNvSpPr>
            <a:spLocks noGrp="1"/>
          </p:cNvSpPr>
          <p:nvPr>
            <p:ph type="dt" idx="1"/>
          </p:nvPr>
        </p:nvSpPr>
        <p:spPr>
          <a:xfrm>
            <a:off x="1143000" y="6223680"/>
            <a:ext cx="2328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accent1"/>
                </a:solidFill>
                <a:latin typeface="Calibri"/>
              </a:defRPr>
            </a:lvl1pPr>
          </a:lstStyle>
          <a:p>
            <a:pPr indent="0" defTabSz="457200">
              <a:lnSpc>
                <a:spcPct val="100000"/>
              </a:lnSpc>
              <a:buNone/>
            </a:pPr>
            <a:r>
              <a:rPr b="0" lang="en-US" sz="1200" spc="-1" strike="noStrike">
                <a:solidFill>
                  <a:schemeClr val="accent1"/>
                </a:solidFill>
                <a:latin typeface="Calibri"/>
              </a:rPr>
              <a:t>&lt;date/time&gt;</a:t>
            </a:r>
            <a:endParaRPr b="0" lang="en-IN" sz="1200" spc="-1" strike="noStrike">
              <a:solidFill>
                <a:srgbClr val="000000"/>
              </a:solidFill>
              <a:latin typeface="Times New Roman"/>
            </a:endParaRPr>
          </a:p>
        </p:txBody>
      </p:sp>
      <p:sp>
        <p:nvSpPr>
          <p:cNvPr id="4" name="PlaceHolder 3"/>
          <p:cNvSpPr>
            <a:spLocks noGrp="1"/>
          </p:cNvSpPr>
          <p:nvPr>
            <p:ph type="ftr" idx="2"/>
          </p:nvPr>
        </p:nvSpPr>
        <p:spPr>
          <a:xfrm>
            <a:off x="3949200" y="6223680"/>
            <a:ext cx="4717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5" name="PlaceHolder 4"/>
          <p:cNvSpPr>
            <a:spLocks noGrp="1"/>
          </p:cNvSpPr>
          <p:nvPr>
            <p:ph type="sldNum" idx="3"/>
          </p:nvPr>
        </p:nvSpPr>
        <p:spPr>
          <a:xfrm>
            <a:off x="9329400" y="6223680"/>
            <a:ext cx="170568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accent1"/>
                </a:solidFill>
                <a:latin typeface="Calibri"/>
              </a:defRPr>
            </a:lvl1pPr>
          </a:lstStyle>
          <a:p>
            <a:pPr indent="0" algn="r" defTabSz="457200">
              <a:lnSpc>
                <a:spcPct val="100000"/>
              </a:lnSpc>
              <a:buNone/>
            </a:pPr>
            <a:fld id="{B259BC05-968E-48B0-81C5-C31066DF5B79}" type="slidenum">
              <a:rPr b="0" lang="en-US" sz="1200" spc="-1" strike="noStrike">
                <a:solidFill>
                  <a:schemeClr val="accent1"/>
                </a:solidFill>
                <a:latin typeface="Calibri"/>
              </a:rPr>
              <a:t>&lt;number&gt;</a:t>
            </a:fld>
            <a:endParaRPr b="0" lang="en-IN" sz="1200" spc="-1" strike="noStrike">
              <a:solidFill>
                <a:srgbClr val="000000"/>
              </a:solidFill>
              <a:latin typeface="Times New Roman"/>
            </a:endParaRPr>
          </a:p>
        </p:txBody>
      </p:sp>
      <p:cxnSp>
        <p:nvCxnSpPr>
          <p:cNvPr id="6" name="Straight Connector 7"/>
          <p:cNvCxnSpPr/>
          <p:nvPr/>
        </p:nvCxnSpPr>
        <p:spPr>
          <a:xfrm>
            <a:off x="1978560" y="3733560"/>
            <a:ext cx="8229960" cy="360"/>
          </a:xfrm>
          <a:prstGeom prst="straightConnector1">
            <a:avLst/>
          </a:prstGeom>
          <a:ln>
            <a:solidFill>
              <a:srgbClr val="ffffff"/>
            </a:solidFill>
          </a:ln>
        </p:spPr>
      </p:cxnSp>
      <p:sp>
        <p:nvSpPr>
          <p:cNvPr id="7"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200" spc="-1" strike="noStrike">
                <a:solidFill>
                  <a:schemeClr val="accent1"/>
                </a:solidFill>
                <a:latin typeface="Calibri"/>
              </a:rPr>
              <a:t>Click to edit the outline text format</a:t>
            </a:r>
            <a:endParaRPr b="0" lang="en-US" sz="2200" spc="-1" strike="noStrike">
              <a:solidFill>
                <a:schemeClr val="accent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accent1"/>
                </a:solidFill>
                <a:latin typeface="Calibri"/>
              </a:rPr>
              <a:t>Second Outline Level</a:t>
            </a:r>
            <a:endParaRPr b="0" lang="en-US" sz="1800" spc="-1" strike="noStrike">
              <a:solidFill>
                <a:schemeClr val="accent1"/>
              </a:solidFill>
              <a:latin typeface="Calibri"/>
            </a:endParaRPr>
          </a:p>
          <a:p>
            <a:pPr lvl="2" marL="1296000" indent="-288000">
              <a:lnSpc>
                <a:spcPct val="90000"/>
              </a:lnSpc>
              <a:spcBef>
                <a:spcPts val="850"/>
              </a:spcBef>
              <a:buClr>
                <a:srgbClr val="000000"/>
              </a:buClr>
              <a:buSzPct val="45000"/>
              <a:buFont typeface="Wingdings" charset="2"/>
              <a:buChar char=""/>
            </a:pPr>
            <a:r>
              <a:rPr b="0" lang="en-US" sz="1600" spc="-1" strike="noStrike">
                <a:solidFill>
                  <a:schemeClr val="accent1"/>
                </a:solidFill>
                <a:latin typeface="Calibri"/>
              </a:rPr>
              <a:t>Third Outline Level</a:t>
            </a:r>
            <a:endParaRPr b="0" lang="en-US" sz="1600" spc="-1" strike="noStrike">
              <a:solidFill>
                <a:schemeClr val="accent1"/>
              </a:solidFill>
              <a:latin typeface="Calibri"/>
            </a:endParaRPr>
          </a:p>
          <a:p>
            <a:pPr lvl="3" marL="1728000" indent="-216000">
              <a:lnSpc>
                <a:spcPct val="90000"/>
              </a:lnSpc>
              <a:spcBef>
                <a:spcPts val="567"/>
              </a:spcBef>
              <a:buClr>
                <a:srgbClr val="000000"/>
              </a:buClr>
              <a:buSzPct val="75000"/>
              <a:buFont typeface="Symbol" charset="2"/>
              <a:buChar char=""/>
            </a:pPr>
            <a:r>
              <a:rPr b="0" lang="en-US" sz="1600" spc="-1" strike="noStrike">
                <a:solidFill>
                  <a:schemeClr val="accent1"/>
                </a:solidFill>
                <a:latin typeface="Calibri"/>
              </a:rPr>
              <a:t>Fourth Outline Level</a:t>
            </a:r>
            <a:endParaRPr b="0" lang="en-US" sz="1600" spc="-1" strike="noStrike">
              <a:solidFill>
                <a:schemeClr val="accent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accent1"/>
                </a:solidFill>
                <a:latin typeface="Calibri"/>
              </a:rPr>
              <a:t>Fifth Outline Level</a:t>
            </a:r>
            <a:endParaRPr b="0" lang="en-US" sz="2000" spc="-1" strike="noStrike">
              <a:solidFill>
                <a:schemeClr val="accent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accent1"/>
                </a:solidFill>
                <a:latin typeface="Calibri"/>
              </a:rPr>
              <a:t>Sixth Outline Level</a:t>
            </a:r>
            <a:endParaRPr b="0" lang="en-US" sz="2000" spc="-1" strike="noStrike">
              <a:solidFill>
                <a:schemeClr val="accent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accent1"/>
                </a:solidFill>
                <a:latin typeface="Calibri"/>
              </a:rPr>
              <a:t>Seventh Outline Level</a:t>
            </a:r>
            <a:endParaRPr b="0" lang="en-US" sz="2000" spc="-1" strike="noStrike">
              <a:solidFill>
                <a:schemeClr val="accent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accbf9"/>
        </a:solidFill>
      </p:bgPr>
    </p:bg>
    <p:spTree>
      <p:nvGrpSpPr>
        <p:cNvPr id="1" name=""/>
        <p:cNvGrpSpPr/>
        <p:nvPr/>
      </p:nvGrpSpPr>
      <p:grpSpPr>
        <a:xfrm>
          <a:off x="0" y="0"/>
          <a:ext cx="0" cy="0"/>
          <a:chOff x="0" y="0"/>
          <a:chExt cx="0" cy="0"/>
        </a:xfrm>
      </p:grpSpPr>
      <p:sp>
        <p:nvSpPr>
          <p:cNvPr id="10" name="Rectangle 6"/>
          <p:cNvSpPr/>
          <p:nvPr/>
        </p:nvSpPr>
        <p:spPr>
          <a:xfrm>
            <a:off x="231120" y="243720"/>
            <a:ext cx="11724120" cy="6377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1" name="PlaceHolder 1"/>
          <p:cNvSpPr>
            <a:spLocks noGrp="1"/>
          </p:cNvSpPr>
          <p:nvPr>
            <p:ph type="title"/>
          </p:nvPr>
        </p:nvSpPr>
        <p:spPr>
          <a:xfrm>
            <a:off x="1143000" y="609480"/>
            <a:ext cx="9875160" cy="135612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accent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1143000" y="2057400"/>
            <a:ext cx="9872640" cy="4038120"/>
          </a:xfrm>
          <a:prstGeom prst="rect">
            <a:avLst/>
          </a:prstGeom>
          <a:noFill/>
          <a:ln w="0">
            <a:noFill/>
          </a:ln>
        </p:spPr>
        <p:txBody>
          <a:bodyPr lIns="91440" rIns="91440" tIns="45720" bIns="45720" anchor="t" vert="eaVert">
            <a:noAutofit/>
          </a:bodyPr>
          <a:p>
            <a:pPr marL="228600" indent="-182880" defTabSz="914400">
              <a:lnSpc>
                <a:spcPct val="90000"/>
              </a:lnSpc>
              <a:spcBef>
                <a:spcPts val="1400"/>
              </a:spcBef>
              <a:buClr>
                <a:srgbClr val="4a66ac"/>
              </a:buClr>
              <a:buSzPct val="80000"/>
              <a:buFont typeface="Corbel"/>
              <a:buChar char="•"/>
            </a:pPr>
            <a:r>
              <a:rPr b="0" lang="en-US" sz="2200" spc="-1" strike="noStrike">
                <a:solidFill>
                  <a:schemeClr val="accent1"/>
                </a:solidFill>
                <a:latin typeface="Calibri"/>
              </a:rPr>
              <a:t>Click to edit Master text styles</a:t>
            </a:r>
            <a:endParaRPr b="0" lang="en-US" sz="2200" spc="-1" strike="noStrike">
              <a:solidFill>
                <a:schemeClr val="accent1"/>
              </a:solidFill>
              <a:latin typeface="Calibri"/>
            </a:endParaRPr>
          </a:p>
          <a:p>
            <a:pPr lvl="1" marL="457200" indent="-182880" defTabSz="914400">
              <a:lnSpc>
                <a:spcPct val="90000"/>
              </a:lnSpc>
              <a:spcBef>
                <a:spcPts val="201"/>
              </a:spcBef>
              <a:spcAft>
                <a:spcPts val="400"/>
              </a:spcAft>
              <a:buClr>
                <a:srgbClr val="4a66ac"/>
              </a:buClr>
              <a:buSzPct val="80000"/>
              <a:buFont typeface="Corbel"/>
              <a:buChar char="•"/>
            </a:pPr>
            <a:r>
              <a:rPr b="0" lang="en-US" sz="2000" spc="-1" strike="noStrike">
                <a:solidFill>
                  <a:schemeClr val="accent1"/>
                </a:solidFill>
                <a:latin typeface="Calibri"/>
              </a:rPr>
              <a:t>Second level</a:t>
            </a:r>
            <a:endParaRPr b="0" lang="en-US" sz="2000" spc="-1" strike="noStrike">
              <a:solidFill>
                <a:schemeClr val="accent1"/>
              </a:solidFill>
              <a:latin typeface="Calibri"/>
            </a:endParaRPr>
          </a:p>
          <a:p>
            <a:pPr lvl="2" marL="731520" indent="-182880" defTabSz="914400">
              <a:lnSpc>
                <a:spcPct val="90000"/>
              </a:lnSpc>
              <a:spcBef>
                <a:spcPts val="201"/>
              </a:spcBef>
              <a:spcAft>
                <a:spcPts val="400"/>
              </a:spcAft>
              <a:buClr>
                <a:srgbClr val="4a66ac"/>
              </a:buClr>
              <a:buSzPct val="80000"/>
              <a:buFont typeface="Corbel"/>
              <a:buChar char="•"/>
            </a:pPr>
            <a:r>
              <a:rPr b="0" lang="en-US" sz="1800" spc="-1" strike="noStrike">
                <a:solidFill>
                  <a:schemeClr val="accent1"/>
                </a:solidFill>
                <a:latin typeface="Calibri"/>
              </a:rPr>
              <a:t>Third level</a:t>
            </a:r>
            <a:endParaRPr b="0" lang="en-US" sz="1800" spc="-1" strike="noStrike">
              <a:solidFill>
                <a:schemeClr val="accent1"/>
              </a:solidFill>
              <a:latin typeface="Calibri"/>
            </a:endParaRPr>
          </a:p>
          <a:p>
            <a:pPr lvl="3" marL="1005840" indent="-182880" defTabSz="914400">
              <a:lnSpc>
                <a:spcPct val="90000"/>
              </a:lnSpc>
              <a:spcBef>
                <a:spcPts val="201"/>
              </a:spcBef>
              <a:spcAft>
                <a:spcPts val="400"/>
              </a:spcAft>
              <a:buClr>
                <a:srgbClr val="4a66ac"/>
              </a:buClr>
              <a:buSzPct val="80000"/>
              <a:buFont typeface="Corbel"/>
              <a:buChar char="•"/>
            </a:pPr>
            <a:r>
              <a:rPr b="0" lang="en-US" sz="1600" spc="-1" strike="noStrike">
                <a:solidFill>
                  <a:schemeClr val="accent1"/>
                </a:solidFill>
                <a:latin typeface="Calibri"/>
              </a:rPr>
              <a:t>Fourth level</a:t>
            </a:r>
            <a:endParaRPr b="0" lang="en-US" sz="1600" spc="-1" strike="noStrike">
              <a:solidFill>
                <a:schemeClr val="accent1"/>
              </a:solidFill>
              <a:latin typeface="Calibri"/>
            </a:endParaRPr>
          </a:p>
          <a:p>
            <a:pPr lvl="4" marL="1280160" indent="-182880" defTabSz="914400">
              <a:lnSpc>
                <a:spcPct val="90000"/>
              </a:lnSpc>
              <a:spcBef>
                <a:spcPts val="201"/>
              </a:spcBef>
              <a:spcAft>
                <a:spcPts val="400"/>
              </a:spcAft>
              <a:buClr>
                <a:srgbClr val="4a66ac"/>
              </a:buClr>
              <a:buSzPct val="80000"/>
              <a:buFont typeface="Corbel"/>
              <a:buChar char="•"/>
            </a:pPr>
            <a:r>
              <a:rPr b="0" lang="en-US" sz="1600" spc="-1" strike="noStrike">
                <a:solidFill>
                  <a:schemeClr val="accent1"/>
                </a:solidFill>
                <a:latin typeface="Calibri"/>
              </a:rPr>
              <a:t>Fifth level</a:t>
            </a:r>
            <a:endParaRPr b="0" lang="en-US" sz="1600" spc="-1" strike="noStrike">
              <a:solidFill>
                <a:schemeClr val="accent1"/>
              </a:solidFill>
              <a:latin typeface="Calibri"/>
            </a:endParaRPr>
          </a:p>
        </p:txBody>
      </p:sp>
      <p:sp>
        <p:nvSpPr>
          <p:cNvPr id="13" name="PlaceHolder 3"/>
          <p:cNvSpPr>
            <a:spLocks noGrp="1"/>
          </p:cNvSpPr>
          <p:nvPr>
            <p:ph type="dt" idx="4"/>
          </p:nvPr>
        </p:nvSpPr>
        <p:spPr>
          <a:xfrm>
            <a:off x="1143000" y="6223680"/>
            <a:ext cx="2328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accent1"/>
                </a:solidFill>
                <a:latin typeface="Calibri"/>
              </a:defRPr>
            </a:lvl1pPr>
          </a:lstStyle>
          <a:p>
            <a:pPr indent="0" defTabSz="457200">
              <a:lnSpc>
                <a:spcPct val="100000"/>
              </a:lnSpc>
              <a:buNone/>
            </a:pPr>
            <a:r>
              <a:rPr b="0" lang="en-US" sz="1200" spc="-1" strike="noStrike">
                <a:solidFill>
                  <a:schemeClr val="accent1"/>
                </a:solidFill>
                <a:latin typeface="Calibri"/>
              </a:rPr>
              <a:t>&lt;date/time&gt;</a:t>
            </a:r>
            <a:endParaRPr b="0" lang="en-IN" sz="1200" spc="-1" strike="noStrike">
              <a:solidFill>
                <a:srgbClr val="000000"/>
              </a:solidFill>
              <a:latin typeface="Times New Roman"/>
            </a:endParaRPr>
          </a:p>
        </p:txBody>
      </p:sp>
      <p:sp>
        <p:nvSpPr>
          <p:cNvPr id="14" name="PlaceHolder 4"/>
          <p:cNvSpPr>
            <a:spLocks noGrp="1"/>
          </p:cNvSpPr>
          <p:nvPr>
            <p:ph type="ftr" idx="5"/>
          </p:nvPr>
        </p:nvSpPr>
        <p:spPr>
          <a:xfrm>
            <a:off x="3949200" y="6223680"/>
            <a:ext cx="4717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5" name="PlaceHolder 5"/>
          <p:cNvSpPr>
            <a:spLocks noGrp="1"/>
          </p:cNvSpPr>
          <p:nvPr>
            <p:ph type="sldNum" idx="6"/>
          </p:nvPr>
        </p:nvSpPr>
        <p:spPr>
          <a:xfrm>
            <a:off x="9329400" y="6223680"/>
            <a:ext cx="170568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accent1"/>
                </a:solidFill>
                <a:latin typeface="Calibri"/>
              </a:defRPr>
            </a:lvl1pPr>
          </a:lstStyle>
          <a:p>
            <a:pPr indent="0" algn="r" defTabSz="457200">
              <a:lnSpc>
                <a:spcPct val="100000"/>
              </a:lnSpc>
              <a:buNone/>
            </a:pPr>
            <a:fld id="{2CD6840E-E92E-4850-8515-907264B2DE67}" type="slidenum">
              <a:rPr b="0" lang="en-US" sz="1200" spc="-1" strike="noStrike">
                <a:solidFill>
                  <a:schemeClr val="accent1"/>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accbf9"/>
        </a:solidFill>
      </p:bgPr>
    </p:bg>
    <p:spTree>
      <p:nvGrpSpPr>
        <p:cNvPr id="1" name=""/>
        <p:cNvGrpSpPr/>
        <p:nvPr/>
      </p:nvGrpSpPr>
      <p:grpSpPr>
        <a:xfrm>
          <a:off x="0" y="0"/>
          <a:ext cx="0" cy="0"/>
          <a:chOff x="0" y="0"/>
          <a:chExt cx="0" cy="0"/>
        </a:xfrm>
      </p:grpSpPr>
      <p:sp>
        <p:nvSpPr>
          <p:cNvPr id="16" name="Rectangle 6"/>
          <p:cNvSpPr/>
          <p:nvPr/>
        </p:nvSpPr>
        <p:spPr>
          <a:xfrm>
            <a:off x="231120" y="243720"/>
            <a:ext cx="11724120" cy="6377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17" name="PlaceHolder 1"/>
          <p:cNvSpPr>
            <a:spLocks noGrp="1"/>
          </p:cNvSpPr>
          <p:nvPr>
            <p:ph type="title"/>
          </p:nvPr>
        </p:nvSpPr>
        <p:spPr>
          <a:xfrm>
            <a:off x="8724960" y="762120"/>
            <a:ext cx="2323800" cy="5409720"/>
          </a:xfrm>
          <a:prstGeom prst="rect">
            <a:avLst/>
          </a:prstGeom>
          <a:noFill/>
          <a:ln w="0">
            <a:noFill/>
          </a:ln>
        </p:spPr>
        <p:txBody>
          <a:bodyPr lIns="91440" rIns="91440" tIns="45720" bIns="45720" anchor="ctr" vert="eaVert">
            <a:noAutofit/>
          </a:bodyPr>
          <a:p>
            <a:pPr indent="0" defTabSz="914400">
              <a:lnSpc>
                <a:spcPct val="90000"/>
              </a:lnSpc>
              <a:buNone/>
            </a:pPr>
            <a:r>
              <a:rPr b="0" lang="en-US" sz="4400" spc="-1" strike="noStrike">
                <a:solidFill>
                  <a:schemeClr val="accent1"/>
                </a:solidFill>
                <a:latin typeface="Calibri"/>
              </a:rPr>
              <a:t>Click to edit Master title style</a:t>
            </a:r>
            <a:endParaRPr b="0" lang="en-US" sz="4400" spc="-1" strike="noStrike">
              <a:solidFill>
                <a:schemeClr val="dk1"/>
              </a:solidFill>
              <a:latin typeface="Calibri"/>
            </a:endParaRPr>
          </a:p>
        </p:txBody>
      </p:sp>
      <p:sp>
        <p:nvSpPr>
          <p:cNvPr id="18" name="PlaceHolder 2"/>
          <p:cNvSpPr>
            <a:spLocks noGrp="1"/>
          </p:cNvSpPr>
          <p:nvPr>
            <p:ph type="body"/>
          </p:nvPr>
        </p:nvSpPr>
        <p:spPr>
          <a:xfrm>
            <a:off x="1143000" y="762120"/>
            <a:ext cx="7429320" cy="5409720"/>
          </a:xfrm>
          <a:prstGeom prst="rect">
            <a:avLst/>
          </a:prstGeom>
          <a:noFill/>
          <a:ln w="0">
            <a:noFill/>
          </a:ln>
        </p:spPr>
        <p:txBody>
          <a:bodyPr lIns="91440" rIns="91440" tIns="45720" bIns="45720" anchor="t" vert="eaVert">
            <a:noAutofit/>
          </a:bodyPr>
          <a:p>
            <a:pPr marL="228600" indent="-182880" defTabSz="914400">
              <a:lnSpc>
                <a:spcPct val="90000"/>
              </a:lnSpc>
              <a:spcBef>
                <a:spcPts val="1400"/>
              </a:spcBef>
              <a:buClr>
                <a:srgbClr val="4a66ac"/>
              </a:buClr>
              <a:buSzPct val="80000"/>
              <a:buFont typeface="Corbel"/>
              <a:buChar char="•"/>
            </a:pPr>
            <a:r>
              <a:rPr b="0" lang="en-US" sz="2200" spc="-1" strike="noStrike">
                <a:solidFill>
                  <a:schemeClr val="accent1"/>
                </a:solidFill>
                <a:latin typeface="Calibri"/>
              </a:rPr>
              <a:t>Click to edit Master text styles</a:t>
            </a:r>
            <a:endParaRPr b="0" lang="en-US" sz="2200" spc="-1" strike="noStrike">
              <a:solidFill>
                <a:schemeClr val="accent1"/>
              </a:solidFill>
              <a:latin typeface="Calibri"/>
            </a:endParaRPr>
          </a:p>
          <a:p>
            <a:pPr lvl="1" marL="457200" indent="-182880" defTabSz="914400">
              <a:lnSpc>
                <a:spcPct val="90000"/>
              </a:lnSpc>
              <a:spcBef>
                <a:spcPts val="201"/>
              </a:spcBef>
              <a:spcAft>
                <a:spcPts val="400"/>
              </a:spcAft>
              <a:buClr>
                <a:srgbClr val="4a66ac"/>
              </a:buClr>
              <a:buSzPct val="80000"/>
              <a:buFont typeface="Corbel"/>
              <a:buChar char="•"/>
            </a:pPr>
            <a:r>
              <a:rPr b="0" lang="en-US" sz="2000" spc="-1" strike="noStrike">
                <a:solidFill>
                  <a:schemeClr val="accent1"/>
                </a:solidFill>
                <a:latin typeface="Calibri"/>
              </a:rPr>
              <a:t>Second level</a:t>
            </a:r>
            <a:endParaRPr b="0" lang="en-US" sz="2000" spc="-1" strike="noStrike">
              <a:solidFill>
                <a:schemeClr val="accent1"/>
              </a:solidFill>
              <a:latin typeface="Calibri"/>
            </a:endParaRPr>
          </a:p>
          <a:p>
            <a:pPr lvl="2" marL="731520" indent="-182880" defTabSz="914400">
              <a:lnSpc>
                <a:spcPct val="90000"/>
              </a:lnSpc>
              <a:spcBef>
                <a:spcPts val="201"/>
              </a:spcBef>
              <a:spcAft>
                <a:spcPts val="400"/>
              </a:spcAft>
              <a:buClr>
                <a:srgbClr val="4a66ac"/>
              </a:buClr>
              <a:buSzPct val="80000"/>
              <a:buFont typeface="Corbel"/>
              <a:buChar char="•"/>
            </a:pPr>
            <a:r>
              <a:rPr b="0" lang="en-US" sz="1800" spc="-1" strike="noStrike">
                <a:solidFill>
                  <a:schemeClr val="accent1"/>
                </a:solidFill>
                <a:latin typeface="Calibri"/>
              </a:rPr>
              <a:t>Third level</a:t>
            </a:r>
            <a:endParaRPr b="0" lang="en-US" sz="1800" spc="-1" strike="noStrike">
              <a:solidFill>
                <a:schemeClr val="accent1"/>
              </a:solidFill>
              <a:latin typeface="Calibri"/>
            </a:endParaRPr>
          </a:p>
          <a:p>
            <a:pPr lvl="3" marL="1005840" indent="-182880" defTabSz="914400">
              <a:lnSpc>
                <a:spcPct val="90000"/>
              </a:lnSpc>
              <a:spcBef>
                <a:spcPts val="201"/>
              </a:spcBef>
              <a:spcAft>
                <a:spcPts val="400"/>
              </a:spcAft>
              <a:buClr>
                <a:srgbClr val="4a66ac"/>
              </a:buClr>
              <a:buSzPct val="80000"/>
              <a:buFont typeface="Corbel"/>
              <a:buChar char="•"/>
            </a:pPr>
            <a:r>
              <a:rPr b="0" lang="en-US" sz="1600" spc="-1" strike="noStrike">
                <a:solidFill>
                  <a:schemeClr val="accent1"/>
                </a:solidFill>
                <a:latin typeface="Calibri"/>
              </a:rPr>
              <a:t>Fourth level</a:t>
            </a:r>
            <a:endParaRPr b="0" lang="en-US" sz="1600" spc="-1" strike="noStrike">
              <a:solidFill>
                <a:schemeClr val="accent1"/>
              </a:solidFill>
              <a:latin typeface="Calibri"/>
            </a:endParaRPr>
          </a:p>
          <a:p>
            <a:pPr lvl="4" marL="1280160" indent="-182880" defTabSz="914400">
              <a:lnSpc>
                <a:spcPct val="90000"/>
              </a:lnSpc>
              <a:spcBef>
                <a:spcPts val="201"/>
              </a:spcBef>
              <a:spcAft>
                <a:spcPts val="400"/>
              </a:spcAft>
              <a:buClr>
                <a:srgbClr val="4a66ac"/>
              </a:buClr>
              <a:buSzPct val="80000"/>
              <a:buFont typeface="Corbel"/>
              <a:buChar char="•"/>
            </a:pPr>
            <a:r>
              <a:rPr b="0" lang="en-US" sz="1600" spc="-1" strike="noStrike">
                <a:solidFill>
                  <a:schemeClr val="accent1"/>
                </a:solidFill>
                <a:latin typeface="Calibri"/>
              </a:rPr>
              <a:t>Fifth level</a:t>
            </a:r>
            <a:endParaRPr b="0" lang="en-US" sz="1600" spc="-1" strike="noStrike">
              <a:solidFill>
                <a:schemeClr val="accent1"/>
              </a:solidFill>
              <a:latin typeface="Calibri"/>
            </a:endParaRPr>
          </a:p>
        </p:txBody>
      </p:sp>
      <p:sp>
        <p:nvSpPr>
          <p:cNvPr id="19" name="PlaceHolder 3"/>
          <p:cNvSpPr>
            <a:spLocks noGrp="1"/>
          </p:cNvSpPr>
          <p:nvPr>
            <p:ph type="dt" idx="7"/>
          </p:nvPr>
        </p:nvSpPr>
        <p:spPr>
          <a:xfrm>
            <a:off x="1143000" y="6223680"/>
            <a:ext cx="2328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accent1"/>
                </a:solidFill>
                <a:latin typeface="Calibri"/>
              </a:defRPr>
            </a:lvl1pPr>
          </a:lstStyle>
          <a:p>
            <a:pPr indent="0" defTabSz="457200">
              <a:lnSpc>
                <a:spcPct val="100000"/>
              </a:lnSpc>
              <a:buNone/>
            </a:pPr>
            <a:r>
              <a:rPr b="0" lang="en-US" sz="1200" spc="-1" strike="noStrike">
                <a:solidFill>
                  <a:schemeClr val="accent1"/>
                </a:solidFill>
                <a:latin typeface="Calibri"/>
              </a:rPr>
              <a:t>&lt;date/time&gt;</a:t>
            </a:r>
            <a:endParaRPr b="0" lang="en-IN" sz="1200" spc="-1" strike="noStrike">
              <a:solidFill>
                <a:srgbClr val="000000"/>
              </a:solidFill>
              <a:latin typeface="Times New Roman"/>
            </a:endParaRPr>
          </a:p>
        </p:txBody>
      </p:sp>
      <p:sp>
        <p:nvSpPr>
          <p:cNvPr id="20" name="PlaceHolder 4"/>
          <p:cNvSpPr>
            <a:spLocks noGrp="1"/>
          </p:cNvSpPr>
          <p:nvPr>
            <p:ph type="ftr" idx="8"/>
          </p:nvPr>
        </p:nvSpPr>
        <p:spPr>
          <a:xfrm>
            <a:off x="3949200" y="6223680"/>
            <a:ext cx="4717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1" name="PlaceHolder 5"/>
          <p:cNvSpPr>
            <a:spLocks noGrp="1"/>
          </p:cNvSpPr>
          <p:nvPr>
            <p:ph type="sldNum" idx="9"/>
          </p:nvPr>
        </p:nvSpPr>
        <p:spPr>
          <a:xfrm>
            <a:off x="9329400" y="6223680"/>
            <a:ext cx="170568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accent1"/>
                </a:solidFill>
                <a:latin typeface="Calibri"/>
              </a:defRPr>
            </a:lvl1pPr>
          </a:lstStyle>
          <a:p>
            <a:pPr indent="0" algn="r" defTabSz="457200">
              <a:lnSpc>
                <a:spcPct val="100000"/>
              </a:lnSpc>
              <a:buNone/>
            </a:pPr>
            <a:fld id="{86E21E42-2B89-415C-8B74-6AD5CEB31135}" type="slidenum">
              <a:rPr b="0" lang="en-US" sz="1200" spc="-1" strike="noStrike">
                <a:solidFill>
                  <a:schemeClr val="accent1"/>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accbf9"/>
        </a:solidFill>
      </p:bgPr>
    </p:bg>
    <p:spTree>
      <p:nvGrpSpPr>
        <p:cNvPr id="1" name=""/>
        <p:cNvGrpSpPr/>
        <p:nvPr/>
      </p:nvGrpSpPr>
      <p:grpSpPr>
        <a:xfrm>
          <a:off x="0" y="0"/>
          <a:ext cx="0" cy="0"/>
          <a:chOff x="0" y="0"/>
          <a:chExt cx="0" cy="0"/>
        </a:xfrm>
      </p:grpSpPr>
      <p:sp>
        <p:nvSpPr>
          <p:cNvPr id="22" name="Rectangle 6"/>
          <p:cNvSpPr/>
          <p:nvPr/>
        </p:nvSpPr>
        <p:spPr>
          <a:xfrm>
            <a:off x="231120" y="243720"/>
            <a:ext cx="11724120" cy="6377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23" name="PlaceHolder 1"/>
          <p:cNvSpPr>
            <a:spLocks noGrp="1"/>
          </p:cNvSpPr>
          <p:nvPr>
            <p:ph type="title"/>
          </p:nvPr>
        </p:nvSpPr>
        <p:spPr>
          <a:xfrm>
            <a:off x="1143000" y="609480"/>
            <a:ext cx="9875160" cy="135612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accent1"/>
                </a:solidFill>
                <a:latin typeface="Calibri"/>
              </a:rPr>
              <a:t>Click to edit Master title style</a:t>
            </a:r>
            <a:endParaRPr b="0" lang="en-US" sz="4400" spc="-1" strike="noStrike">
              <a:solidFill>
                <a:schemeClr val="dk1"/>
              </a:solidFill>
              <a:latin typeface="Calibri"/>
            </a:endParaRPr>
          </a:p>
        </p:txBody>
      </p:sp>
      <p:sp>
        <p:nvSpPr>
          <p:cNvPr id="24" name="PlaceHolder 2"/>
          <p:cNvSpPr>
            <a:spLocks noGrp="1"/>
          </p:cNvSpPr>
          <p:nvPr>
            <p:ph type="body"/>
          </p:nvPr>
        </p:nvSpPr>
        <p:spPr>
          <a:xfrm>
            <a:off x="1143000" y="2057400"/>
            <a:ext cx="9872640" cy="4038120"/>
          </a:xfrm>
          <a:prstGeom prst="rect">
            <a:avLst/>
          </a:prstGeom>
          <a:noFill/>
          <a:ln w="0">
            <a:noFill/>
          </a:ln>
        </p:spPr>
        <p:txBody>
          <a:bodyPr lIns="91440" rIns="91440" tIns="45720" bIns="45720" anchor="t">
            <a:noAutofit/>
          </a:bodyPr>
          <a:p>
            <a:pPr marL="228600" indent="-182880" defTabSz="914400">
              <a:lnSpc>
                <a:spcPct val="90000"/>
              </a:lnSpc>
              <a:spcBef>
                <a:spcPts val="1400"/>
              </a:spcBef>
              <a:buClr>
                <a:srgbClr val="4a66ac"/>
              </a:buClr>
              <a:buSzPct val="80000"/>
              <a:buFont typeface="Corbel"/>
              <a:buChar char="•"/>
            </a:pPr>
            <a:r>
              <a:rPr b="0" lang="en-US" sz="2200" spc="-1" strike="noStrike">
                <a:solidFill>
                  <a:schemeClr val="accent1"/>
                </a:solidFill>
                <a:latin typeface="Calibri"/>
              </a:rPr>
              <a:t>Click to edit Master text styles</a:t>
            </a:r>
            <a:endParaRPr b="0" lang="en-US" sz="2200" spc="-1" strike="noStrike">
              <a:solidFill>
                <a:schemeClr val="accent1"/>
              </a:solidFill>
              <a:latin typeface="Calibri"/>
            </a:endParaRPr>
          </a:p>
          <a:p>
            <a:pPr lvl="1" marL="457200" indent="-182880" defTabSz="914400">
              <a:lnSpc>
                <a:spcPct val="90000"/>
              </a:lnSpc>
              <a:spcBef>
                <a:spcPts val="201"/>
              </a:spcBef>
              <a:spcAft>
                <a:spcPts val="400"/>
              </a:spcAft>
              <a:buClr>
                <a:srgbClr val="4a66ac"/>
              </a:buClr>
              <a:buSzPct val="80000"/>
              <a:buFont typeface="Corbel"/>
              <a:buChar char="•"/>
            </a:pPr>
            <a:r>
              <a:rPr b="0" lang="en-US" sz="2000" spc="-1" strike="noStrike">
                <a:solidFill>
                  <a:schemeClr val="accent1"/>
                </a:solidFill>
                <a:latin typeface="Calibri"/>
              </a:rPr>
              <a:t>Second level</a:t>
            </a:r>
            <a:endParaRPr b="0" lang="en-US" sz="2000" spc="-1" strike="noStrike">
              <a:solidFill>
                <a:schemeClr val="accent1"/>
              </a:solidFill>
              <a:latin typeface="Calibri"/>
            </a:endParaRPr>
          </a:p>
          <a:p>
            <a:pPr lvl="2" marL="731520" indent="-182880" defTabSz="914400">
              <a:lnSpc>
                <a:spcPct val="90000"/>
              </a:lnSpc>
              <a:spcBef>
                <a:spcPts val="201"/>
              </a:spcBef>
              <a:spcAft>
                <a:spcPts val="400"/>
              </a:spcAft>
              <a:buClr>
                <a:srgbClr val="4a66ac"/>
              </a:buClr>
              <a:buSzPct val="80000"/>
              <a:buFont typeface="Corbel"/>
              <a:buChar char="•"/>
            </a:pPr>
            <a:r>
              <a:rPr b="0" lang="en-US" sz="1800" spc="-1" strike="noStrike">
                <a:solidFill>
                  <a:schemeClr val="accent1"/>
                </a:solidFill>
                <a:latin typeface="Calibri"/>
              </a:rPr>
              <a:t>Third level</a:t>
            </a:r>
            <a:endParaRPr b="0" lang="en-US" sz="1800" spc="-1" strike="noStrike">
              <a:solidFill>
                <a:schemeClr val="accent1"/>
              </a:solidFill>
              <a:latin typeface="Calibri"/>
            </a:endParaRPr>
          </a:p>
          <a:p>
            <a:pPr lvl="3" marL="1005840" indent="-182880" defTabSz="914400">
              <a:lnSpc>
                <a:spcPct val="90000"/>
              </a:lnSpc>
              <a:spcBef>
                <a:spcPts val="201"/>
              </a:spcBef>
              <a:spcAft>
                <a:spcPts val="400"/>
              </a:spcAft>
              <a:buClr>
                <a:srgbClr val="4a66ac"/>
              </a:buClr>
              <a:buSzPct val="80000"/>
              <a:buFont typeface="Corbel"/>
              <a:buChar char="•"/>
            </a:pPr>
            <a:r>
              <a:rPr b="0" lang="en-US" sz="1600" spc="-1" strike="noStrike">
                <a:solidFill>
                  <a:schemeClr val="accent1"/>
                </a:solidFill>
                <a:latin typeface="Calibri"/>
              </a:rPr>
              <a:t>Fourth level</a:t>
            </a:r>
            <a:endParaRPr b="0" lang="en-US" sz="1600" spc="-1" strike="noStrike">
              <a:solidFill>
                <a:schemeClr val="accent1"/>
              </a:solidFill>
              <a:latin typeface="Calibri"/>
            </a:endParaRPr>
          </a:p>
          <a:p>
            <a:pPr lvl="4" marL="1280160" indent="-182880" defTabSz="914400">
              <a:lnSpc>
                <a:spcPct val="90000"/>
              </a:lnSpc>
              <a:spcBef>
                <a:spcPts val="201"/>
              </a:spcBef>
              <a:spcAft>
                <a:spcPts val="400"/>
              </a:spcAft>
              <a:buClr>
                <a:srgbClr val="4a66ac"/>
              </a:buClr>
              <a:buSzPct val="80000"/>
              <a:buFont typeface="Corbel"/>
              <a:buChar char="•"/>
            </a:pPr>
            <a:r>
              <a:rPr b="0" lang="en-US" sz="1600" spc="-1" strike="noStrike">
                <a:solidFill>
                  <a:schemeClr val="accent1"/>
                </a:solidFill>
                <a:latin typeface="Calibri"/>
              </a:rPr>
              <a:t>Fifth level</a:t>
            </a:r>
            <a:endParaRPr b="0" lang="en-US" sz="1600" spc="-1" strike="noStrike">
              <a:solidFill>
                <a:schemeClr val="accent1"/>
              </a:solidFill>
              <a:latin typeface="Calibri"/>
            </a:endParaRPr>
          </a:p>
        </p:txBody>
      </p:sp>
      <p:sp>
        <p:nvSpPr>
          <p:cNvPr id="25" name="PlaceHolder 3"/>
          <p:cNvSpPr>
            <a:spLocks noGrp="1"/>
          </p:cNvSpPr>
          <p:nvPr>
            <p:ph type="dt" idx="10"/>
          </p:nvPr>
        </p:nvSpPr>
        <p:spPr>
          <a:xfrm>
            <a:off x="1143000" y="6223680"/>
            <a:ext cx="2328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accent1"/>
                </a:solidFill>
                <a:latin typeface="Calibri"/>
              </a:defRPr>
            </a:lvl1pPr>
          </a:lstStyle>
          <a:p>
            <a:pPr indent="0" defTabSz="457200">
              <a:lnSpc>
                <a:spcPct val="100000"/>
              </a:lnSpc>
              <a:buNone/>
            </a:pPr>
            <a:r>
              <a:rPr b="0" lang="en-US" sz="1200" spc="-1" strike="noStrike">
                <a:solidFill>
                  <a:schemeClr val="accent1"/>
                </a:solidFill>
                <a:latin typeface="Calibri"/>
              </a:rPr>
              <a:t>&lt;date/time&gt;</a:t>
            </a:r>
            <a:endParaRPr b="0" lang="en-IN" sz="1200" spc="-1" strike="noStrike">
              <a:solidFill>
                <a:srgbClr val="000000"/>
              </a:solidFill>
              <a:latin typeface="Times New Roman"/>
            </a:endParaRPr>
          </a:p>
        </p:txBody>
      </p:sp>
      <p:sp>
        <p:nvSpPr>
          <p:cNvPr id="26" name="PlaceHolder 4"/>
          <p:cNvSpPr>
            <a:spLocks noGrp="1"/>
          </p:cNvSpPr>
          <p:nvPr>
            <p:ph type="ftr" idx="11"/>
          </p:nvPr>
        </p:nvSpPr>
        <p:spPr>
          <a:xfrm>
            <a:off x="3949200" y="6223680"/>
            <a:ext cx="4717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7" name="PlaceHolder 5"/>
          <p:cNvSpPr>
            <a:spLocks noGrp="1"/>
          </p:cNvSpPr>
          <p:nvPr>
            <p:ph type="sldNum" idx="12"/>
          </p:nvPr>
        </p:nvSpPr>
        <p:spPr>
          <a:xfrm>
            <a:off x="9329400" y="6223680"/>
            <a:ext cx="170568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accent1"/>
                </a:solidFill>
                <a:latin typeface="Calibri"/>
              </a:defRPr>
            </a:lvl1pPr>
          </a:lstStyle>
          <a:p>
            <a:pPr indent="0" algn="r" defTabSz="457200">
              <a:lnSpc>
                <a:spcPct val="100000"/>
              </a:lnSpc>
              <a:buNone/>
            </a:pPr>
            <a:fld id="{9C6BCF03-6208-4B40-BC6E-7B788A5DAA9B}" type="slidenum">
              <a:rPr b="0" lang="en-US" sz="1200" spc="-1" strike="noStrike">
                <a:solidFill>
                  <a:schemeClr val="accent1"/>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accbf9"/>
        </a:solidFill>
      </p:bgPr>
    </p:bg>
    <p:spTree>
      <p:nvGrpSpPr>
        <p:cNvPr id="1" name=""/>
        <p:cNvGrpSpPr/>
        <p:nvPr/>
      </p:nvGrpSpPr>
      <p:grpSpPr>
        <a:xfrm>
          <a:off x="0" y="0"/>
          <a:ext cx="0" cy="0"/>
          <a:chOff x="0" y="0"/>
          <a:chExt cx="0" cy="0"/>
        </a:xfrm>
      </p:grpSpPr>
      <p:sp>
        <p:nvSpPr>
          <p:cNvPr id="30" name="Rectangle 6"/>
          <p:cNvSpPr/>
          <p:nvPr/>
        </p:nvSpPr>
        <p:spPr>
          <a:xfrm>
            <a:off x="231120" y="243720"/>
            <a:ext cx="11724120" cy="6377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1" name="PlaceHolder 1"/>
          <p:cNvSpPr>
            <a:spLocks noGrp="1"/>
          </p:cNvSpPr>
          <p:nvPr>
            <p:ph type="title"/>
          </p:nvPr>
        </p:nvSpPr>
        <p:spPr>
          <a:xfrm>
            <a:off x="1106280" y="1173600"/>
            <a:ext cx="9966600" cy="2925720"/>
          </a:xfrm>
          <a:prstGeom prst="rect">
            <a:avLst/>
          </a:prstGeom>
          <a:noFill/>
          <a:ln w="0">
            <a:noFill/>
          </a:ln>
        </p:spPr>
        <p:txBody>
          <a:bodyPr lIns="91440" rIns="91440" tIns="45720" bIns="45720" anchor="b">
            <a:noAutofit/>
          </a:bodyPr>
          <a:p>
            <a:pPr indent="0" algn="ctr" defTabSz="914400">
              <a:lnSpc>
                <a:spcPct val="85000"/>
              </a:lnSpc>
              <a:buNone/>
            </a:pPr>
            <a:r>
              <a:rPr b="0" lang="en-US" sz="7200" spc="-1" strike="noStrike" cap="all">
                <a:solidFill>
                  <a:schemeClr val="accent1"/>
                </a:solidFill>
                <a:latin typeface="Calibri"/>
              </a:rPr>
              <a:t>Click to edit Master title style</a:t>
            </a:r>
            <a:endParaRPr b="0" lang="en-US" sz="7200" spc="-1" strike="noStrike">
              <a:solidFill>
                <a:schemeClr val="dk1"/>
              </a:solidFill>
              <a:latin typeface="Calibri"/>
            </a:endParaRPr>
          </a:p>
        </p:txBody>
      </p:sp>
      <p:sp>
        <p:nvSpPr>
          <p:cNvPr id="32" name="PlaceHolder 2"/>
          <p:cNvSpPr>
            <a:spLocks noGrp="1"/>
          </p:cNvSpPr>
          <p:nvPr>
            <p:ph type="body"/>
          </p:nvPr>
        </p:nvSpPr>
        <p:spPr>
          <a:xfrm>
            <a:off x="1710000" y="4154400"/>
            <a:ext cx="8768880" cy="1363320"/>
          </a:xfrm>
          <a:prstGeom prst="rect">
            <a:avLst/>
          </a:prstGeom>
          <a:noFill/>
          <a:ln w="0">
            <a:noFill/>
          </a:ln>
        </p:spPr>
        <p:txBody>
          <a:bodyPr lIns="91440" rIns="91440" tIns="45720" bIns="45720" anchor="t">
            <a:normAutofit/>
          </a:bodyPr>
          <a:p>
            <a:pPr indent="0" algn="ctr" defTabSz="914400">
              <a:lnSpc>
                <a:spcPct val="90000"/>
              </a:lnSpc>
              <a:spcBef>
                <a:spcPts val="1400"/>
              </a:spcBef>
              <a:buNone/>
              <a:tabLst>
                <a:tab algn="l" pos="0"/>
              </a:tabLst>
            </a:pPr>
            <a:r>
              <a:rPr b="0" lang="en-US" sz="2200" spc="-1" strike="noStrike">
                <a:solidFill>
                  <a:schemeClr val="accent1"/>
                </a:solidFill>
                <a:latin typeface="Calibri"/>
              </a:rPr>
              <a:t>Click to edit Master text styles</a:t>
            </a:r>
            <a:endParaRPr b="0" lang="en-US" sz="2200" spc="-1" strike="noStrike">
              <a:solidFill>
                <a:schemeClr val="accent1"/>
              </a:solidFill>
              <a:latin typeface="Calibri"/>
            </a:endParaRPr>
          </a:p>
        </p:txBody>
      </p:sp>
      <p:sp>
        <p:nvSpPr>
          <p:cNvPr id="33" name="PlaceHolder 3"/>
          <p:cNvSpPr>
            <a:spLocks noGrp="1"/>
          </p:cNvSpPr>
          <p:nvPr>
            <p:ph type="dt" idx="13"/>
          </p:nvPr>
        </p:nvSpPr>
        <p:spPr>
          <a:xfrm>
            <a:off x="1143000" y="6223680"/>
            <a:ext cx="2328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accent1"/>
                </a:solidFill>
                <a:latin typeface="Calibri"/>
              </a:defRPr>
            </a:lvl1pPr>
          </a:lstStyle>
          <a:p>
            <a:pPr indent="0" defTabSz="457200">
              <a:lnSpc>
                <a:spcPct val="100000"/>
              </a:lnSpc>
              <a:buNone/>
            </a:pPr>
            <a:r>
              <a:rPr b="0" lang="en-US" sz="1200" spc="-1" strike="noStrike">
                <a:solidFill>
                  <a:schemeClr val="accent1"/>
                </a:solidFill>
                <a:latin typeface="Calibri"/>
              </a:rPr>
              <a:t>&lt;date/time&gt;</a:t>
            </a:r>
            <a:endParaRPr b="0" lang="en-IN" sz="1200" spc="-1" strike="noStrike">
              <a:solidFill>
                <a:srgbClr val="000000"/>
              </a:solidFill>
              <a:latin typeface="Times New Roman"/>
            </a:endParaRPr>
          </a:p>
        </p:txBody>
      </p:sp>
      <p:sp>
        <p:nvSpPr>
          <p:cNvPr id="34" name="PlaceHolder 4"/>
          <p:cNvSpPr>
            <a:spLocks noGrp="1"/>
          </p:cNvSpPr>
          <p:nvPr>
            <p:ph type="ftr" idx="14"/>
          </p:nvPr>
        </p:nvSpPr>
        <p:spPr>
          <a:xfrm>
            <a:off x="3949200" y="6223680"/>
            <a:ext cx="4717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5" name="PlaceHolder 5"/>
          <p:cNvSpPr>
            <a:spLocks noGrp="1"/>
          </p:cNvSpPr>
          <p:nvPr>
            <p:ph type="sldNum" idx="15"/>
          </p:nvPr>
        </p:nvSpPr>
        <p:spPr>
          <a:xfrm>
            <a:off x="9329400" y="6223680"/>
            <a:ext cx="170568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accent1"/>
                </a:solidFill>
                <a:latin typeface="Calibri"/>
              </a:defRPr>
            </a:lvl1pPr>
          </a:lstStyle>
          <a:p>
            <a:pPr indent="0" algn="r" defTabSz="457200">
              <a:lnSpc>
                <a:spcPct val="100000"/>
              </a:lnSpc>
              <a:buNone/>
            </a:pPr>
            <a:fld id="{0D17CE1A-A3F7-4161-9BC7-9726202716A3}" type="slidenum">
              <a:rPr b="0" lang="en-US" sz="1200" spc="-1" strike="noStrike">
                <a:solidFill>
                  <a:schemeClr val="accent1"/>
                </a:solidFill>
                <a:latin typeface="Calibri"/>
              </a:rPr>
              <a:t>&lt;number&gt;</a:t>
            </a:fld>
            <a:endParaRPr b="0" lang="en-IN" sz="1200" spc="-1" strike="noStrike">
              <a:solidFill>
                <a:srgbClr val="000000"/>
              </a:solidFill>
              <a:latin typeface="Times New Roman"/>
            </a:endParaRPr>
          </a:p>
        </p:txBody>
      </p:sp>
      <p:cxnSp>
        <p:nvCxnSpPr>
          <p:cNvPr id="36" name="Straight Connector 6"/>
          <p:cNvCxnSpPr/>
          <p:nvPr/>
        </p:nvCxnSpPr>
        <p:spPr>
          <a:xfrm>
            <a:off x="1981080" y="4020120"/>
            <a:ext cx="8229960" cy="360"/>
          </a:xfrm>
          <a:prstGeom prst="straightConnector1">
            <a:avLst/>
          </a:prstGeom>
          <a:ln>
            <a:solidFill>
              <a:srgbClr val="4a66ac"/>
            </a:solidFill>
          </a:ln>
        </p:spPr>
      </p:cxn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accbf9"/>
        </a:solidFill>
      </p:bgPr>
    </p:bg>
    <p:spTree>
      <p:nvGrpSpPr>
        <p:cNvPr id="1" name=""/>
        <p:cNvGrpSpPr/>
        <p:nvPr/>
      </p:nvGrpSpPr>
      <p:grpSpPr>
        <a:xfrm>
          <a:off x="0" y="0"/>
          <a:ext cx="0" cy="0"/>
          <a:chOff x="0" y="0"/>
          <a:chExt cx="0" cy="0"/>
        </a:xfrm>
      </p:grpSpPr>
      <p:sp>
        <p:nvSpPr>
          <p:cNvPr id="37" name="Rectangle 6"/>
          <p:cNvSpPr/>
          <p:nvPr/>
        </p:nvSpPr>
        <p:spPr>
          <a:xfrm>
            <a:off x="231120" y="243720"/>
            <a:ext cx="11724120" cy="6377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38" name="PlaceHolder 1"/>
          <p:cNvSpPr>
            <a:spLocks noGrp="1"/>
          </p:cNvSpPr>
          <p:nvPr>
            <p:ph type="title"/>
          </p:nvPr>
        </p:nvSpPr>
        <p:spPr>
          <a:xfrm>
            <a:off x="1143000" y="609480"/>
            <a:ext cx="9875160" cy="135612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accent1"/>
                </a:solidFill>
                <a:latin typeface="Calibri"/>
              </a:rPr>
              <a:t>Click to edit Master title style</a:t>
            </a:r>
            <a:endParaRPr b="0" lang="en-US" sz="4400" spc="-1" strike="noStrike">
              <a:solidFill>
                <a:schemeClr val="dk1"/>
              </a:solidFill>
              <a:latin typeface="Calibri"/>
            </a:endParaRPr>
          </a:p>
        </p:txBody>
      </p:sp>
      <p:sp>
        <p:nvSpPr>
          <p:cNvPr id="39" name="PlaceHolder 2"/>
          <p:cNvSpPr>
            <a:spLocks noGrp="1"/>
          </p:cNvSpPr>
          <p:nvPr>
            <p:ph type="body"/>
          </p:nvPr>
        </p:nvSpPr>
        <p:spPr>
          <a:xfrm>
            <a:off x="1143000" y="2057400"/>
            <a:ext cx="4754520" cy="4023000"/>
          </a:xfrm>
          <a:prstGeom prst="rect">
            <a:avLst/>
          </a:prstGeom>
          <a:noFill/>
          <a:ln w="0">
            <a:noFill/>
          </a:ln>
        </p:spPr>
        <p:txBody>
          <a:bodyPr lIns="91440" rIns="91440" tIns="45720" bIns="45720" anchor="t">
            <a:noAutofit/>
          </a:bodyPr>
          <a:p>
            <a:pPr marL="228600" indent="-182880" defTabSz="914400">
              <a:lnSpc>
                <a:spcPct val="90000"/>
              </a:lnSpc>
              <a:spcBef>
                <a:spcPts val="1400"/>
              </a:spcBef>
              <a:buClr>
                <a:srgbClr val="4a66ac"/>
              </a:buClr>
              <a:buSzPct val="80000"/>
              <a:buFont typeface="Corbel"/>
              <a:buChar char="•"/>
            </a:pPr>
            <a:r>
              <a:rPr b="0" lang="en-US" sz="2200" spc="-1" strike="noStrike">
                <a:solidFill>
                  <a:schemeClr val="accent1"/>
                </a:solidFill>
                <a:latin typeface="Calibri"/>
              </a:rPr>
              <a:t>Click to edit Master text styles</a:t>
            </a:r>
            <a:endParaRPr b="0" lang="en-US" sz="2200" spc="-1" strike="noStrike">
              <a:solidFill>
                <a:schemeClr val="accent1"/>
              </a:solidFill>
              <a:latin typeface="Calibri"/>
            </a:endParaRPr>
          </a:p>
          <a:p>
            <a:pPr lvl="1" marL="457200" indent="-182880" defTabSz="914400">
              <a:lnSpc>
                <a:spcPct val="90000"/>
              </a:lnSpc>
              <a:spcBef>
                <a:spcPts val="201"/>
              </a:spcBef>
              <a:spcAft>
                <a:spcPts val="400"/>
              </a:spcAft>
              <a:buClr>
                <a:srgbClr val="4a66ac"/>
              </a:buClr>
              <a:buSzPct val="80000"/>
              <a:buFont typeface="Corbel"/>
              <a:buChar char="•"/>
            </a:pPr>
            <a:r>
              <a:rPr b="0" lang="en-US" sz="2000" spc="-1" strike="noStrike">
                <a:solidFill>
                  <a:schemeClr val="accent1"/>
                </a:solidFill>
                <a:latin typeface="Calibri"/>
              </a:rPr>
              <a:t>Second level</a:t>
            </a:r>
            <a:endParaRPr b="0" lang="en-US" sz="2000" spc="-1" strike="noStrike">
              <a:solidFill>
                <a:schemeClr val="accent1"/>
              </a:solidFill>
              <a:latin typeface="Calibri"/>
            </a:endParaRPr>
          </a:p>
          <a:p>
            <a:pPr lvl="2" marL="731520" indent="-182880" defTabSz="914400">
              <a:lnSpc>
                <a:spcPct val="90000"/>
              </a:lnSpc>
              <a:spcBef>
                <a:spcPts val="201"/>
              </a:spcBef>
              <a:spcAft>
                <a:spcPts val="400"/>
              </a:spcAft>
              <a:buClr>
                <a:srgbClr val="4a66ac"/>
              </a:buClr>
              <a:buSzPct val="80000"/>
              <a:buFont typeface="Corbel"/>
              <a:buChar char="•"/>
            </a:pPr>
            <a:r>
              <a:rPr b="0" lang="en-US" sz="1800" spc="-1" strike="noStrike">
                <a:solidFill>
                  <a:schemeClr val="accent1"/>
                </a:solidFill>
                <a:latin typeface="Calibri"/>
              </a:rPr>
              <a:t>Third level</a:t>
            </a:r>
            <a:endParaRPr b="0" lang="en-US" sz="1800" spc="-1" strike="noStrike">
              <a:solidFill>
                <a:schemeClr val="accent1"/>
              </a:solidFill>
              <a:latin typeface="Calibri"/>
            </a:endParaRPr>
          </a:p>
          <a:p>
            <a:pPr lvl="3" marL="1005840" indent="-182880" defTabSz="914400">
              <a:lnSpc>
                <a:spcPct val="90000"/>
              </a:lnSpc>
              <a:spcBef>
                <a:spcPts val="201"/>
              </a:spcBef>
              <a:spcAft>
                <a:spcPts val="400"/>
              </a:spcAft>
              <a:buClr>
                <a:srgbClr val="4a66ac"/>
              </a:buClr>
              <a:buSzPct val="80000"/>
              <a:buFont typeface="Corbel"/>
              <a:buChar char="•"/>
            </a:pPr>
            <a:r>
              <a:rPr b="0" lang="en-US" sz="1600" spc="-1" strike="noStrike">
                <a:solidFill>
                  <a:schemeClr val="accent1"/>
                </a:solidFill>
                <a:latin typeface="Calibri"/>
              </a:rPr>
              <a:t>Fourth level</a:t>
            </a:r>
            <a:endParaRPr b="0" lang="en-US" sz="1600" spc="-1" strike="noStrike">
              <a:solidFill>
                <a:schemeClr val="accent1"/>
              </a:solidFill>
              <a:latin typeface="Calibri"/>
            </a:endParaRPr>
          </a:p>
          <a:p>
            <a:pPr lvl="4" marL="1280160" indent="-182880" defTabSz="914400">
              <a:lnSpc>
                <a:spcPct val="90000"/>
              </a:lnSpc>
              <a:spcBef>
                <a:spcPts val="201"/>
              </a:spcBef>
              <a:spcAft>
                <a:spcPts val="400"/>
              </a:spcAft>
              <a:buClr>
                <a:srgbClr val="4a66ac"/>
              </a:buClr>
              <a:buSzPct val="80000"/>
              <a:buFont typeface="Corbel"/>
              <a:buChar char="•"/>
            </a:pPr>
            <a:r>
              <a:rPr b="0" lang="en-US" sz="1600" spc="-1" strike="noStrike">
                <a:solidFill>
                  <a:schemeClr val="accent1"/>
                </a:solidFill>
                <a:latin typeface="Calibri"/>
              </a:rPr>
              <a:t>Fifth level</a:t>
            </a:r>
            <a:endParaRPr b="0" lang="en-US" sz="1600" spc="-1" strike="noStrike">
              <a:solidFill>
                <a:schemeClr val="accent1"/>
              </a:solidFill>
              <a:latin typeface="Calibri"/>
            </a:endParaRPr>
          </a:p>
        </p:txBody>
      </p:sp>
      <p:sp>
        <p:nvSpPr>
          <p:cNvPr id="40" name="PlaceHolder 3"/>
          <p:cNvSpPr>
            <a:spLocks noGrp="1"/>
          </p:cNvSpPr>
          <p:nvPr>
            <p:ph type="body"/>
          </p:nvPr>
        </p:nvSpPr>
        <p:spPr>
          <a:xfrm>
            <a:off x="6267600" y="2057400"/>
            <a:ext cx="4754520" cy="4023000"/>
          </a:xfrm>
          <a:prstGeom prst="rect">
            <a:avLst/>
          </a:prstGeom>
          <a:noFill/>
          <a:ln w="0">
            <a:noFill/>
          </a:ln>
        </p:spPr>
        <p:txBody>
          <a:bodyPr lIns="91440" rIns="91440" tIns="45720" bIns="45720" anchor="t">
            <a:noAutofit/>
          </a:bodyPr>
          <a:p>
            <a:pPr marL="228600" indent="-182880" defTabSz="914400">
              <a:lnSpc>
                <a:spcPct val="90000"/>
              </a:lnSpc>
              <a:spcBef>
                <a:spcPts val="1400"/>
              </a:spcBef>
              <a:buClr>
                <a:srgbClr val="4a66ac"/>
              </a:buClr>
              <a:buSzPct val="80000"/>
              <a:buFont typeface="Corbel"/>
              <a:buChar char="•"/>
            </a:pPr>
            <a:r>
              <a:rPr b="0" lang="en-US" sz="2200" spc="-1" strike="noStrike">
                <a:solidFill>
                  <a:schemeClr val="accent1"/>
                </a:solidFill>
                <a:latin typeface="Calibri"/>
              </a:rPr>
              <a:t>Click to edit Master text styles</a:t>
            </a:r>
            <a:endParaRPr b="0" lang="en-US" sz="2200" spc="-1" strike="noStrike">
              <a:solidFill>
                <a:schemeClr val="accent1"/>
              </a:solidFill>
              <a:latin typeface="Calibri"/>
            </a:endParaRPr>
          </a:p>
          <a:p>
            <a:pPr lvl="1" marL="457200" indent="-182880" defTabSz="914400">
              <a:lnSpc>
                <a:spcPct val="90000"/>
              </a:lnSpc>
              <a:spcBef>
                <a:spcPts val="201"/>
              </a:spcBef>
              <a:spcAft>
                <a:spcPts val="400"/>
              </a:spcAft>
              <a:buClr>
                <a:srgbClr val="4a66ac"/>
              </a:buClr>
              <a:buSzPct val="80000"/>
              <a:buFont typeface="Corbel"/>
              <a:buChar char="•"/>
            </a:pPr>
            <a:r>
              <a:rPr b="0" lang="en-US" sz="2000" spc="-1" strike="noStrike">
                <a:solidFill>
                  <a:schemeClr val="accent1"/>
                </a:solidFill>
                <a:latin typeface="Calibri"/>
              </a:rPr>
              <a:t>Second level</a:t>
            </a:r>
            <a:endParaRPr b="0" lang="en-US" sz="2000" spc="-1" strike="noStrike">
              <a:solidFill>
                <a:schemeClr val="accent1"/>
              </a:solidFill>
              <a:latin typeface="Calibri"/>
            </a:endParaRPr>
          </a:p>
          <a:p>
            <a:pPr lvl="2" marL="731520" indent="-182880" defTabSz="914400">
              <a:lnSpc>
                <a:spcPct val="90000"/>
              </a:lnSpc>
              <a:spcBef>
                <a:spcPts val="201"/>
              </a:spcBef>
              <a:spcAft>
                <a:spcPts val="400"/>
              </a:spcAft>
              <a:buClr>
                <a:srgbClr val="4a66ac"/>
              </a:buClr>
              <a:buSzPct val="80000"/>
              <a:buFont typeface="Corbel"/>
              <a:buChar char="•"/>
            </a:pPr>
            <a:r>
              <a:rPr b="0" lang="en-US" sz="1800" spc="-1" strike="noStrike">
                <a:solidFill>
                  <a:schemeClr val="accent1"/>
                </a:solidFill>
                <a:latin typeface="Calibri"/>
              </a:rPr>
              <a:t>Third level</a:t>
            </a:r>
            <a:endParaRPr b="0" lang="en-US" sz="1800" spc="-1" strike="noStrike">
              <a:solidFill>
                <a:schemeClr val="accent1"/>
              </a:solidFill>
              <a:latin typeface="Calibri"/>
            </a:endParaRPr>
          </a:p>
          <a:p>
            <a:pPr lvl="3" marL="1005840" indent="-182880" defTabSz="914400">
              <a:lnSpc>
                <a:spcPct val="90000"/>
              </a:lnSpc>
              <a:spcBef>
                <a:spcPts val="201"/>
              </a:spcBef>
              <a:spcAft>
                <a:spcPts val="400"/>
              </a:spcAft>
              <a:buClr>
                <a:srgbClr val="4a66ac"/>
              </a:buClr>
              <a:buSzPct val="80000"/>
              <a:buFont typeface="Corbel"/>
              <a:buChar char="•"/>
            </a:pPr>
            <a:r>
              <a:rPr b="0" lang="en-US" sz="1600" spc="-1" strike="noStrike">
                <a:solidFill>
                  <a:schemeClr val="accent1"/>
                </a:solidFill>
                <a:latin typeface="Calibri"/>
              </a:rPr>
              <a:t>Fourth level</a:t>
            </a:r>
            <a:endParaRPr b="0" lang="en-US" sz="1600" spc="-1" strike="noStrike">
              <a:solidFill>
                <a:schemeClr val="accent1"/>
              </a:solidFill>
              <a:latin typeface="Calibri"/>
            </a:endParaRPr>
          </a:p>
          <a:p>
            <a:pPr lvl="4" marL="1280160" indent="-182880" defTabSz="914400">
              <a:lnSpc>
                <a:spcPct val="90000"/>
              </a:lnSpc>
              <a:spcBef>
                <a:spcPts val="201"/>
              </a:spcBef>
              <a:spcAft>
                <a:spcPts val="400"/>
              </a:spcAft>
              <a:buClr>
                <a:srgbClr val="4a66ac"/>
              </a:buClr>
              <a:buSzPct val="80000"/>
              <a:buFont typeface="Corbel"/>
              <a:buChar char="•"/>
            </a:pPr>
            <a:r>
              <a:rPr b="0" lang="en-US" sz="1600" spc="-1" strike="noStrike">
                <a:solidFill>
                  <a:schemeClr val="accent1"/>
                </a:solidFill>
                <a:latin typeface="Calibri"/>
              </a:rPr>
              <a:t>Fifth level</a:t>
            </a:r>
            <a:endParaRPr b="0" lang="en-US" sz="1600" spc="-1" strike="noStrike">
              <a:solidFill>
                <a:schemeClr val="accent1"/>
              </a:solidFill>
              <a:latin typeface="Calibri"/>
            </a:endParaRPr>
          </a:p>
        </p:txBody>
      </p:sp>
      <p:sp>
        <p:nvSpPr>
          <p:cNvPr id="41" name="PlaceHolder 4"/>
          <p:cNvSpPr>
            <a:spLocks noGrp="1"/>
          </p:cNvSpPr>
          <p:nvPr>
            <p:ph type="dt" idx="16"/>
          </p:nvPr>
        </p:nvSpPr>
        <p:spPr>
          <a:xfrm>
            <a:off x="1143000" y="6223680"/>
            <a:ext cx="2328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accent1"/>
                </a:solidFill>
                <a:latin typeface="Calibri"/>
              </a:defRPr>
            </a:lvl1pPr>
          </a:lstStyle>
          <a:p>
            <a:pPr indent="0" defTabSz="457200">
              <a:lnSpc>
                <a:spcPct val="100000"/>
              </a:lnSpc>
              <a:buNone/>
            </a:pPr>
            <a:r>
              <a:rPr b="0" lang="en-US" sz="1200" spc="-1" strike="noStrike">
                <a:solidFill>
                  <a:schemeClr val="accent1"/>
                </a:solidFill>
                <a:latin typeface="Calibri"/>
              </a:rPr>
              <a:t>&lt;date/time&gt;</a:t>
            </a:r>
            <a:endParaRPr b="0" lang="en-IN" sz="1200" spc="-1" strike="noStrike">
              <a:solidFill>
                <a:srgbClr val="000000"/>
              </a:solidFill>
              <a:latin typeface="Times New Roman"/>
            </a:endParaRPr>
          </a:p>
        </p:txBody>
      </p:sp>
      <p:sp>
        <p:nvSpPr>
          <p:cNvPr id="42" name="PlaceHolder 5"/>
          <p:cNvSpPr>
            <a:spLocks noGrp="1"/>
          </p:cNvSpPr>
          <p:nvPr>
            <p:ph type="ftr" idx="17"/>
          </p:nvPr>
        </p:nvSpPr>
        <p:spPr>
          <a:xfrm>
            <a:off x="3949200" y="6223680"/>
            <a:ext cx="4717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3" name="PlaceHolder 6"/>
          <p:cNvSpPr>
            <a:spLocks noGrp="1"/>
          </p:cNvSpPr>
          <p:nvPr>
            <p:ph type="sldNum" idx="18"/>
          </p:nvPr>
        </p:nvSpPr>
        <p:spPr>
          <a:xfrm>
            <a:off x="9329400" y="6223680"/>
            <a:ext cx="170568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accent1"/>
                </a:solidFill>
                <a:latin typeface="Calibri"/>
              </a:defRPr>
            </a:lvl1pPr>
          </a:lstStyle>
          <a:p>
            <a:pPr indent="0" algn="r" defTabSz="457200">
              <a:lnSpc>
                <a:spcPct val="100000"/>
              </a:lnSpc>
              <a:buNone/>
            </a:pPr>
            <a:fld id="{0550B633-12E2-4782-B79F-5C408D5064CF}" type="slidenum">
              <a:rPr b="0" lang="en-US" sz="1200" spc="-1" strike="noStrike">
                <a:solidFill>
                  <a:schemeClr val="accent1"/>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accbf9"/>
        </a:solidFill>
      </p:bgPr>
    </p:bg>
    <p:spTree>
      <p:nvGrpSpPr>
        <p:cNvPr id="1" name=""/>
        <p:cNvGrpSpPr/>
        <p:nvPr/>
      </p:nvGrpSpPr>
      <p:grpSpPr>
        <a:xfrm>
          <a:off x="0" y="0"/>
          <a:ext cx="0" cy="0"/>
          <a:chOff x="0" y="0"/>
          <a:chExt cx="0" cy="0"/>
        </a:xfrm>
      </p:grpSpPr>
      <p:sp>
        <p:nvSpPr>
          <p:cNvPr id="47" name="Rectangle 6"/>
          <p:cNvSpPr/>
          <p:nvPr/>
        </p:nvSpPr>
        <p:spPr>
          <a:xfrm>
            <a:off x="231120" y="243720"/>
            <a:ext cx="11724120" cy="6377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48" name="PlaceHolder 1"/>
          <p:cNvSpPr>
            <a:spLocks noGrp="1"/>
          </p:cNvSpPr>
          <p:nvPr>
            <p:ph type="title"/>
          </p:nvPr>
        </p:nvSpPr>
        <p:spPr>
          <a:xfrm>
            <a:off x="1143000" y="609480"/>
            <a:ext cx="9875160" cy="135612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accent1"/>
                </a:solidFill>
                <a:latin typeface="Calibri"/>
              </a:rPr>
              <a:t>Click to edit Master title style</a:t>
            </a:r>
            <a:endParaRPr b="0" lang="en-US" sz="4400" spc="-1" strike="noStrike">
              <a:solidFill>
                <a:schemeClr val="dk1"/>
              </a:solidFill>
              <a:latin typeface="Calibri"/>
            </a:endParaRPr>
          </a:p>
        </p:txBody>
      </p:sp>
      <p:sp>
        <p:nvSpPr>
          <p:cNvPr id="49" name="PlaceHolder 2"/>
          <p:cNvSpPr>
            <a:spLocks noGrp="1"/>
          </p:cNvSpPr>
          <p:nvPr>
            <p:ph type="body"/>
          </p:nvPr>
        </p:nvSpPr>
        <p:spPr>
          <a:xfrm>
            <a:off x="1143000" y="2001600"/>
            <a:ext cx="4754520" cy="77688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2400" spc="-1" strike="noStrike">
                <a:solidFill>
                  <a:schemeClr val="accent1"/>
                </a:solidFill>
                <a:latin typeface="Calibri"/>
              </a:rPr>
              <a:t>Click to edit Master text styles</a:t>
            </a:r>
            <a:endParaRPr b="0" lang="en-US" sz="2400" spc="-1" strike="noStrike">
              <a:solidFill>
                <a:schemeClr val="accent1"/>
              </a:solidFill>
              <a:latin typeface="Calibri"/>
            </a:endParaRPr>
          </a:p>
        </p:txBody>
      </p:sp>
      <p:sp>
        <p:nvSpPr>
          <p:cNvPr id="50" name="PlaceHolder 3"/>
          <p:cNvSpPr>
            <a:spLocks noGrp="1"/>
          </p:cNvSpPr>
          <p:nvPr>
            <p:ph type="body"/>
          </p:nvPr>
        </p:nvSpPr>
        <p:spPr>
          <a:xfrm>
            <a:off x="1143000" y="2721600"/>
            <a:ext cx="4754520" cy="3382920"/>
          </a:xfrm>
          <a:prstGeom prst="rect">
            <a:avLst/>
          </a:prstGeom>
          <a:noFill/>
          <a:ln w="0">
            <a:noFill/>
          </a:ln>
        </p:spPr>
        <p:txBody>
          <a:bodyPr lIns="91440" rIns="91440" tIns="45720" bIns="45720" anchor="t">
            <a:noAutofit/>
          </a:bodyPr>
          <a:p>
            <a:pPr marL="228600" indent="-182880" defTabSz="914400">
              <a:lnSpc>
                <a:spcPct val="90000"/>
              </a:lnSpc>
              <a:spcBef>
                <a:spcPts val="1400"/>
              </a:spcBef>
              <a:buClr>
                <a:srgbClr val="4a66ac"/>
              </a:buClr>
              <a:buSzPct val="80000"/>
              <a:buFont typeface="Corbel"/>
              <a:buChar char="•"/>
            </a:pPr>
            <a:r>
              <a:rPr b="0" lang="en-US" sz="2200" spc="-1" strike="noStrike">
                <a:solidFill>
                  <a:schemeClr val="accent1"/>
                </a:solidFill>
                <a:latin typeface="Calibri"/>
              </a:rPr>
              <a:t>Click to edit Master text styles</a:t>
            </a:r>
            <a:endParaRPr b="0" lang="en-US" sz="2200" spc="-1" strike="noStrike">
              <a:solidFill>
                <a:schemeClr val="accent1"/>
              </a:solidFill>
              <a:latin typeface="Calibri"/>
            </a:endParaRPr>
          </a:p>
          <a:p>
            <a:pPr lvl="1" marL="457200" indent="-182880" defTabSz="914400">
              <a:lnSpc>
                <a:spcPct val="90000"/>
              </a:lnSpc>
              <a:spcBef>
                <a:spcPts val="201"/>
              </a:spcBef>
              <a:spcAft>
                <a:spcPts val="400"/>
              </a:spcAft>
              <a:buClr>
                <a:srgbClr val="4a66ac"/>
              </a:buClr>
              <a:buSzPct val="80000"/>
              <a:buFont typeface="Corbel"/>
              <a:buChar char="•"/>
            </a:pPr>
            <a:r>
              <a:rPr b="0" lang="en-US" sz="2000" spc="-1" strike="noStrike">
                <a:solidFill>
                  <a:schemeClr val="accent1"/>
                </a:solidFill>
                <a:latin typeface="Calibri"/>
              </a:rPr>
              <a:t>Second level</a:t>
            </a:r>
            <a:endParaRPr b="0" lang="en-US" sz="2000" spc="-1" strike="noStrike">
              <a:solidFill>
                <a:schemeClr val="accent1"/>
              </a:solidFill>
              <a:latin typeface="Calibri"/>
            </a:endParaRPr>
          </a:p>
          <a:p>
            <a:pPr lvl="2" marL="731520" indent="-182880" defTabSz="914400">
              <a:lnSpc>
                <a:spcPct val="90000"/>
              </a:lnSpc>
              <a:spcBef>
                <a:spcPts val="201"/>
              </a:spcBef>
              <a:spcAft>
                <a:spcPts val="400"/>
              </a:spcAft>
              <a:buClr>
                <a:srgbClr val="4a66ac"/>
              </a:buClr>
              <a:buSzPct val="80000"/>
              <a:buFont typeface="Corbel"/>
              <a:buChar char="•"/>
            </a:pPr>
            <a:r>
              <a:rPr b="0" lang="en-US" sz="1800" spc="-1" strike="noStrike">
                <a:solidFill>
                  <a:schemeClr val="accent1"/>
                </a:solidFill>
                <a:latin typeface="Calibri"/>
              </a:rPr>
              <a:t>Third level</a:t>
            </a:r>
            <a:endParaRPr b="0" lang="en-US" sz="1800" spc="-1" strike="noStrike">
              <a:solidFill>
                <a:schemeClr val="accent1"/>
              </a:solidFill>
              <a:latin typeface="Calibri"/>
            </a:endParaRPr>
          </a:p>
          <a:p>
            <a:pPr lvl="3" marL="1005840" indent="-182880" defTabSz="914400">
              <a:lnSpc>
                <a:spcPct val="90000"/>
              </a:lnSpc>
              <a:spcBef>
                <a:spcPts val="201"/>
              </a:spcBef>
              <a:spcAft>
                <a:spcPts val="400"/>
              </a:spcAft>
              <a:buClr>
                <a:srgbClr val="4a66ac"/>
              </a:buClr>
              <a:buSzPct val="80000"/>
              <a:buFont typeface="Corbel"/>
              <a:buChar char="•"/>
            </a:pPr>
            <a:r>
              <a:rPr b="0" lang="en-US" sz="1600" spc="-1" strike="noStrike">
                <a:solidFill>
                  <a:schemeClr val="accent1"/>
                </a:solidFill>
                <a:latin typeface="Calibri"/>
              </a:rPr>
              <a:t>Fourth level</a:t>
            </a:r>
            <a:endParaRPr b="0" lang="en-US" sz="1600" spc="-1" strike="noStrike">
              <a:solidFill>
                <a:schemeClr val="accent1"/>
              </a:solidFill>
              <a:latin typeface="Calibri"/>
            </a:endParaRPr>
          </a:p>
          <a:p>
            <a:pPr lvl="4" marL="1280160" indent="-182880" defTabSz="914400">
              <a:lnSpc>
                <a:spcPct val="90000"/>
              </a:lnSpc>
              <a:spcBef>
                <a:spcPts val="201"/>
              </a:spcBef>
              <a:spcAft>
                <a:spcPts val="400"/>
              </a:spcAft>
              <a:buClr>
                <a:srgbClr val="4a66ac"/>
              </a:buClr>
              <a:buSzPct val="80000"/>
              <a:buFont typeface="Corbel"/>
              <a:buChar char="•"/>
            </a:pPr>
            <a:r>
              <a:rPr b="0" lang="en-US" sz="1600" spc="-1" strike="noStrike">
                <a:solidFill>
                  <a:schemeClr val="accent1"/>
                </a:solidFill>
                <a:latin typeface="Calibri"/>
              </a:rPr>
              <a:t>Fifth level</a:t>
            </a:r>
            <a:endParaRPr b="0" lang="en-US" sz="1600" spc="-1" strike="noStrike">
              <a:solidFill>
                <a:schemeClr val="accent1"/>
              </a:solidFill>
              <a:latin typeface="Calibri"/>
            </a:endParaRPr>
          </a:p>
        </p:txBody>
      </p:sp>
      <p:sp>
        <p:nvSpPr>
          <p:cNvPr id="51" name="PlaceHolder 4"/>
          <p:cNvSpPr>
            <a:spLocks noGrp="1"/>
          </p:cNvSpPr>
          <p:nvPr>
            <p:ph type="body"/>
          </p:nvPr>
        </p:nvSpPr>
        <p:spPr>
          <a:xfrm>
            <a:off x="6269040" y="1999080"/>
            <a:ext cx="4754520" cy="77688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2400" spc="-1" strike="noStrike">
                <a:solidFill>
                  <a:schemeClr val="accent1"/>
                </a:solidFill>
                <a:latin typeface="Calibri"/>
              </a:rPr>
              <a:t>Click to edit Master text styles</a:t>
            </a:r>
            <a:endParaRPr b="0" lang="en-US" sz="2400" spc="-1" strike="noStrike">
              <a:solidFill>
                <a:schemeClr val="accent1"/>
              </a:solidFill>
              <a:latin typeface="Calibri"/>
            </a:endParaRPr>
          </a:p>
        </p:txBody>
      </p:sp>
      <p:sp>
        <p:nvSpPr>
          <p:cNvPr id="52" name="PlaceHolder 5"/>
          <p:cNvSpPr>
            <a:spLocks noGrp="1"/>
          </p:cNvSpPr>
          <p:nvPr>
            <p:ph type="body"/>
          </p:nvPr>
        </p:nvSpPr>
        <p:spPr>
          <a:xfrm>
            <a:off x="6269040" y="2719440"/>
            <a:ext cx="4754520" cy="3382920"/>
          </a:xfrm>
          <a:prstGeom prst="rect">
            <a:avLst/>
          </a:prstGeom>
          <a:noFill/>
          <a:ln w="0">
            <a:noFill/>
          </a:ln>
        </p:spPr>
        <p:txBody>
          <a:bodyPr lIns="91440" rIns="91440" tIns="45720" bIns="45720" anchor="t">
            <a:noAutofit/>
          </a:bodyPr>
          <a:p>
            <a:pPr marL="228600" indent="-182880" defTabSz="914400">
              <a:lnSpc>
                <a:spcPct val="90000"/>
              </a:lnSpc>
              <a:spcBef>
                <a:spcPts val="1400"/>
              </a:spcBef>
              <a:buClr>
                <a:srgbClr val="4a66ac"/>
              </a:buClr>
              <a:buSzPct val="80000"/>
              <a:buFont typeface="Corbel"/>
              <a:buChar char="•"/>
            </a:pPr>
            <a:r>
              <a:rPr b="0" lang="en-US" sz="2200" spc="-1" strike="noStrike">
                <a:solidFill>
                  <a:schemeClr val="accent1"/>
                </a:solidFill>
                <a:latin typeface="Calibri"/>
              </a:rPr>
              <a:t>Click to edit Master text styles</a:t>
            </a:r>
            <a:endParaRPr b="0" lang="en-US" sz="2200" spc="-1" strike="noStrike">
              <a:solidFill>
                <a:schemeClr val="accent1"/>
              </a:solidFill>
              <a:latin typeface="Calibri"/>
            </a:endParaRPr>
          </a:p>
          <a:p>
            <a:pPr lvl="1" marL="457200" indent="-182880" defTabSz="914400">
              <a:lnSpc>
                <a:spcPct val="90000"/>
              </a:lnSpc>
              <a:spcBef>
                <a:spcPts val="201"/>
              </a:spcBef>
              <a:spcAft>
                <a:spcPts val="400"/>
              </a:spcAft>
              <a:buClr>
                <a:srgbClr val="4a66ac"/>
              </a:buClr>
              <a:buSzPct val="80000"/>
              <a:buFont typeface="Corbel"/>
              <a:buChar char="•"/>
            </a:pPr>
            <a:r>
              <a:rPr b="0" lang="en-US" sz="2000" spc="-1" strike="noStrike">
                <a:solidFill>
                  <a:schemeClr val="accent1"/>
                </a:solidFill>
                <a:latin typeface="Calibri"/>
              </a:rPr>
              <a:t>Second level</a:t>
            </a:r>
            <a:endParaRPr b="0" lang="en-US" sz="2000" spc="-1" strike="noStrike">
              <a:solidFill>
                <a:schemeClr val="accent1"/>
              </a:solidFill>
              <a:latin typeface="Calibri"/>
            </a:endParaRPr>
          </a:p>
          <a:p>
            <a:pPr lvl="2" marL="731520" indent="-182880" defTabSz="914400">
              <a:lnSpc>
                <a:spcPct val="90000"/>
              </a:lnSpc>
              <a:spcBef>
                <a:spcPts val="201"/>
              </a:spcBef>
              <a:spcAft>
                <a:spcPts val="400"/>
              </a:spcAft>
              <a:buClr>
                <a:srgbClr val="4a66ac"/>
              </a:buClr>
              <a:buSzPct val="80000"/>
              <a:buFont typeface="Corbel"/>
              <a:buChar char="•"/>
            </a:pPr>
            <a:r>
              <a:rPr b="0" lang="en-US" sz="1800" spc="-1" strike="noStrike">
                <a:solidFill>
                  <a:schemeClr val="accent1"/>
                </a:solidFill>
                <a:latin typeface="Calibri"/>
              </a:rPr>
              <a:t>Third level</a:t>
            </a:r>
            <a:endParaRPr b="0" lang="en-US" sz="1800" spc="-1" strike="noStrike">
              <a:solidFill>
                <a:schemeClr val="accent1"/>
              </a:solidFill>
              <a:latin typeface="Calibri"/>
            </a:endParaRPr>
          </a:p>
          <a:p>
            <a:pPr lvl="3" marL="1005840" indent="-182880" defTabSz="914400">
              <a:lnSpc>
                <a:spcPct val="90000"/>
              </a:lnSpc>
              <a:spcBef>
                <a:spcPts val="201"/>
              </a:spcBef>
              <a:spcAft>
                <a:spcPts val="400"/>
              </a:spcAft>
              <a:buClr>
                <a:srgbClr val="4a66ac"/>
              </a:buClr>
              <a:buSzPct val="80000"/>
              <a:buFont typeface="Corbel"/>
              <a:buChar char="•"/>
            </a:pPr>
            <a:r>
              <a:rPr b="0" lang="en-US" sz="1600" spc="-1" strike="noStrike">
                <a:solidFill>
                  <a:schemeClr val="accent1"/>
                </a:solidFill>
                <a:latin typeface="Calibri"/>
              </a:rPr>
              <a:t>Fourth level</a:t>
            </a:r>
            <a:endParaRPr b="0" lang="en-US" sz="1600" spc="-1" strike="noStrike">
              <a:solidFill>
                <a:schemeClr val="accent1"/>
              </a:solidFill>
              <a:latin typeface="Calibri"/>
            </a:endParaRPr>
          </a:p>
          <a:p>
            <a:pPr lvl="4" marL="1280160" indent="-182880" defTabSz="914400">
              <a:lnSpc>
                <a:spcPct val="90000"/>
              </a:lnSpc>
              <a:spcBef>
                <a:spcPts val="201"/>
              </a:spcBef>
              <a:spcAft>
                <a:spcPts val="400"/>
              </a:spcAft>
              <a:buClr>
                <a:srgbClr val="4a66ac"/>
              </a:buClr>
              <a:buSzPct val="80000"/>
              <a:buFont typeface="Corbel"/>
              <a:buChar char="•"/>
            </a:pPr>
            <a:r>
              <a:rPr b="0" lang="en-US" sz="1600" spc="-1" strike="noStrike">
                <a:solidFill>
                  <a:schemeClr val="accent1"/>
                </a:solidFill>
                <a:latin typeface="Calibri"/>
              </a:rPr>
              <a:t>Fifth level</a:t>
            </a:r>
            <a:endParaRPr b="0" lang="en-US" sz="1600" spc="-1" strike="noStrike">
              <a:solidFill>
                <a:schemeClr val="accent1"/>
              </a:solidFill>
              <a:latin typeface="Calibri"/>
            </a:endParaRPr>
          </a:p>
        </p:txBody>
      </p:sp>
      <p:sp>
        <p:nvSpPr>
          <p:cNvPr id="53" name="PlaceHolder 6"/>
          <p:cNvSpPr>
            <a:spLocks noGrp="1"/>
          </p:cNvSpPr>
          <p:nvPr>
            <p:ph type="dt" idx="19"/>
          </p:nvPr>
        </p:nvSpPr>
        <p:spPr>
          <a:xfrm>
            <a:off x="1143000" y="6223680"/>
            <a:ext cx="2328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accent1"/>
                </a:solidFill>
                <a:latin typeface="Calibri"/>
              </a:defRPr>
            </a:lvl1pPr>
          </a:lstStyle>
          <a:p>
            <a:pPr indent="0" defTabSz="457200">
              <a:lnSpc>
                <a:spcPct val="100000"/>
              </a:lnSpc>
              <a:buNone/>
            </a:pPr>
            <a:r>
              <a:rPr b="0" lang="en-US" sz="1200" spc="-1" strike="noStrike">
                <a:solidFill>
                  <a:schemeClr val="accent1"/>
                </a:solidFill>
                <a:latin typeface="Calibri"/>
              </a:rPr>
              <a:t>&lt;date/time&gt;</a:t>
            </a:r>
            <a:endParaRPr b="0" lang="en-IN" sz="1200" spc="-1" strike="noStrike">
              <a:solidFill>
                <a:srgbClr val="000000"/>
              </a:solidFill>
              <a:latin typeface="Times New Roman"/>
            </a:endParaRPr>
          </a:p>
        </p:txBody>
      </p:sp>
      <p:sp>
        <p:nvSpPr>
          <p:cNvPr id="54" name="PlaceHolder 7"/>
          <p:cNvSpPr>
            <a:spLocks noGrp="1"/>
          </p:cNvSpPr>
          <p:nvPr>
            <p:ph type="ftr" idx="20"/>
          </p:nvPr>
        </p:nvSpPr>
        <p:spPr>
          <a:xfrm>
            <a:off x="3949200" y="6223680"/>
            <a:ext cx="4717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55" name="PlaceHolder 8"/>
          <p:cNvSpPr>
            <a:spLocks noGrp="1"/>
          </p:cNvSpPr>
          <p:nvPr>
            <p:ph type="sldNum" idx="21"/>
          </p:nvPr>
        </p:nvSpPr>
        <p:spPr>
          <a:xfrm>
            <a:off x="9329400" y="6223680"/>
            <a:ext cx="170568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accent1"/>
                </a:solidFill>
                <a:latin typeface="Calibri"/>
              </a:defRPr>
            </a:lvl1pPr>
          </a:lstStyle>
          <a:p>
            <a:pPr indent="0" algn="r" defTabSz="457200">
              <a:lnSpc>
                <a:spcPct val="100000"/>
              </a:lnSpc>
              <a:buNone/>
            </a:pPr>
            <a:fld id="{730C07ED-8F04-47F5-B9E3-3E5136352365}" type="slidenum">
              <a:rPr b="0" lang="en-US" sz="1200" spc="-1" strike="noStrike">
                <a:solidFill>
                  <a:schemeClr val="accent1"/>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accbf9"/>
        </a:solidFill>
      </p:bgPr>
    </p:bg>
    <p:spTree>
      <p:nvGrpSpPr>
        <p:cNvPr id="1" name=""/>
        <p:cNvGrpSpPr/>
        <p:nvPr/>
      </p:nvGrpSpPr>
      <p:grpSpPr>
        <a:xfrm>
          <a:off x="0" y="0"/>
          <a:ext cx="0" cy="0"/>
          <a:chOff x="0" y="0"/>
          <a:chExt cx="0" cy="0"/>
        </a:xfrm>
      </p:grpSpPr>
      <p:sp>
        <p:nvSpPr>
          <p:cNvPr id="56" name="Rectangle 6"/>
          <p:cNvSpPr/>
          <p:nvPr/>
        </p:nvSpPr>
        <p:spPr>
          <a:xfrm>
            <a:off x="231120" y="243720"/>
            <a:ext cx="11724120" cy="6377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57" name="PlaceHolder 1"/>
          <p:cNvSpPr>
            <a:spLocks noGrp="1"/>
          </p:cNvSpPr>
          <p:nvPr>
            <p:ph type="title"/>
          </p:nvPr>
        </p:nvSpPr>
        <p:spPr>
          <a:xfrm>
            <a:off x="1143000" y="609480"/>
            <a:ext cx="9875160" cy="135612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accent1"/>
                </a:solidFill>
                <a:latin typeface="Calibri"/>
              </a:rPr>
              <a:t>Click to edit Master title style</a:t>
            </a:r>
            <a:endParaRPr b="0" lang="en-US" sz="4400" spc="-1" strike="noStrike">
              <a:solidFill>
                <a:schemeClr val="dk1"/>
              </a:solidFill>
              <a:latin typeface="Calibri"/>
            </a:endParaRPr>
          </a:p>
        </p:txBody>
      </p:sp>
      <p:sp>
        <p:nvSpPr>
          <p:cNvPr id="58" name="PlaceHolder 2"/>
          <p:cNvSpPr>
            <a:spLocks noGrp="1"/>
          </p:cNvSpPr>
          <p:nvPr>
            <p:ph type="dt" idx="22"/>
          </p:nvPr>
        </p:nvSpPr>
        <p:spPr>
          <a:xfrm>
            <a:off x="1143000" y="6223680"/>
            <a:ext cx="2328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accent1"/>
                </a:solidFill>
                <a:latin typeface="Calibri"/>
              </a:defRPr>
            </a:lvl1pPr>
          </a:lstStyle>
          <a:p>
            <a:pPr indent="0" defTabSz="457200">
              <a:lnSpc>
                <a:spcPct val="100000"/>
              </a:lnSpc>
              <a:buNone/>
            </a:pPr>
            <a:r>
              <a:rPr b="0" lang="en-US" sz="1200" spc="-1" strike="noStrike">
                <a:solidFill>
                  <a:schemeClr val="accent1"/>
                </a:solidFill>
                <a:latin typeface="Calibri"/>
              </a:rPr>
              <a:t>&lt;date/time&gt;</a:t>
            </a:r>
            <a:endParaRPr b="0" lang="en-IN" sz="1200" spc="-1" strike="noStrike">
              <a:solidFill>
                <a:srgbClr val="000000"/>
              </a:solidFill>
              <a:latin typeface="Times New Roman"/>
            </a:endParaRPr>
          </a:p>
        </p:txBody>
      </p:sp>
      <p:sp>
        <p:nvSpPr>
          <p:cNvPr id="59" name="PlaceHolder 3"/>
          <p:cNvSpPr>
            <a:spLocks noGrp="1"/>
          </p:cNvSpPr>
          <p:nvPr>
            <p:ph type="ftr" idx="23"/>
          </p:nvPr>
        </p:nvSpPr>
        <p:spPr>
          <a:xfrm>
            <a:off x="3949200" y="6223680"/>
            <a:ext cx="4717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60" name="PlaceHolder 4"/>
          <p:cNvSpPr>
            <a:spLocks noGrp="1"/>
          </p:cNvSpPr>
          <p:nvPr>
            <p:ph type="sldNum" idx="24"/>
          </p:nvPr>
        </p:nvSpPr>
        <p:spPr>
          <a:xfrm>
            <a:off x="9329400" y="6223680"/>
            <a:ext cx="170568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accent1"/>
                </a:solidFill>
                <a:latin typeface="Calibri"/>
              </a:defRPr>
            </a:lvl1pPr>
          </a:lstStyle>
          <a:p>
            <a:pPr indent="0" algn="r" defTabSz="457200">
              <a:lnSpc>
                <a:spcPct val="100000"/>
              </a:lnSpc>
              <a:buNone/>
            </a:pPr>
            <a:fld id="{01CF128D-A8A8-4C5A-9C36-2A80CC526F47}" type="slidenum">
              <a:rPr b="0" lang="en-US" sz="1200" spc="-1" strike="noStrike">
                <a:solidFill>
                  <a:schemeClr val="accent1"/>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accbf9"/>
        </a:solidFill>
      </p:bgPr>
    </p:bg>
    <p:spTree>
      <p:nvGrpSpPr>
        <p:cNvPr id="1" name=""/>
        <p:cNvGrpSpPr/>
        <p:nvPr/>
      </p:nvGrpSpPr>
      <p:grpSpPr>
        <a:xfrm>
          <a:off x="0" y="0"/>
          <a:ext cx="0" cy="0"/>
          <a:chOff x="0" y="0"/>
          <a:chExt cx="0" cy="0"/>
        </a:xfrm>
      </p:grpSpPr>
      <p:sp>
        <p:nvSpPr>
          <p:cNvPr id="62" name="Rectangle 6"/>
          <p:cNvSpPr/>
          <p:nvPr/>
        </p:nvSpPr>
        <p:spPr>
          <a:xfrm>
            <a:off x="231120" y="243720"/>
            <a:ext cx="11724120" cy="6377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63" name="PlaceHolder 1"/>
          <p:cNvSpPr>
            <a:spLocks noGrp="1"/>
          </p:cNvSpPr>
          <p:nvPr>
            <p:ph type="dt" idx="25"/>
          </p:nvPr>
        </p:nvSpPr>
        <p:spPr>
          <a:xfrm>
            <a:off x="1143000" y="6223680"/>
            <a:ext cx="2328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accent1"/>
                </a:solidFill>
                <a:latin typeface="Calibri"/>
              </a:defRPr>
            </a:lvl1pPr>
          </a:lstStyle>
          <a:p>
            <a:pPr indent="0" defTabSz="457200">
              <a:lnSpc>
                <a:spcPct val="100000"/>
              </a:lnSpc>
              <a:buNone/>
            </a:pPr>
            <a:r>
              <a:rPr b="0" lang="en-US" sz="1200" spc="-1" strike="noStrike">
                <a:solidFill>
                  <a:schemeClr val="accent1"/>
                </a:solidFill>
                <a:latin typeface="Calibri"/>
              </a:rPr>
              <a:t>&lt;date/time&gt;</a:t>
            </a:r>
            <a:endParaRPr b="0" lang="en-IN" sz="1200" spc="-1" strike="noStrike">
              <a:solidFill>
                <a:srgbClr val="000000"/>
              </a:solidFill>
              <a:latin typeface="Times New Roman"/>
            </a:endParaRPr>
          </a:p>
        </p:txBody>
      </p:sp>
      <p:sp>
        <p:nvSpPr>
          <p:cNvPr id="64" name="PlaceHolder 2"/>
          <p:cNvSpPr>
            <a:spLocks noGrp="1"/>
          </p:cNvSpPr>
          <p:nvPr>
            <p:ph type="ftr" idx="26"/>
          </p:nvPr>
        </p:nvSpPr>
        <p:spPr>
          <a:xfrm>
            <a:off x="3949200" y="6223680"/>
            <a:ext cx="4717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65" name="PlaceHolder 3"/>
          <p:cNvSpPr>
            <a:spLocks noGrp="1"/>
          </p:cNvSpPr>
          <p:nvPr>
            <p:ph type="sldNum" idx="27"/>
          </p:nvPr>
        </p:nvSpPr>
        <p:spPr>
          <a:xfrm>
            <a:off x="9329400" y="6223680"/>
            <a:ext cx="170568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accent1"/>
                </a:solidFill>
                <a:latin typeface="Calibri"/>
              </a:defRPr>
            </a:lvl1pPr>
          </a:lstStyle>
          <a:p>
            <a:pPr indent="0" algn="r" defTabSz="457200">
              <a:lnSpc>
                <a:spcPct val="100000"/>
              </a:lnSpc>
              <a:buNone/>
            </a:pPr>
            <a:fld id="{BE06F984-25B6-4F50-8BEE-8A3D0C7C439D}" type="slidenum">
              <a:rPr b="0" lang="en-US" sz="1200" spc="-1" strike="noStrike">
                <a:solidFill>
                  <a:schemeClr val="accent1"/>
                </a:solidFill>
                <a:latin typeface="Calibri"/>
              </a:rPr>
              <a:t>&lt;number&gt;</a:t>
            </a:fld>
            <a:endParaRPr b="0" lang="en-IN" sz="1200" spc="-1" strike="noStrike">
              <a:solidFill>
                <a:srgbClr val="000000"/>
              </a:solidFill>
              <a:latin typeface="Times New Roman"/>
            </a:endParaRPr>
          </a:p>
        </p:txBody>
      </p:sp>
      <p:sp>
        <p:nvSpPr>
          <p:cNvPr id="66"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67"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200" spc="-1" strike="noStrike">
                <a:solidFill>
                  <a:schemeClr val="accent1"/>
                </a:solidFill>
                <a:latin typeface="Calibri"/>
              </a:rPr>
              <a:t>Click to edit the outline text format</a:t>
            </a:r>
            <a:endParaRPr b="0" lang="en-US" sz="2200" spc="-1" strike="noStrike">
              <a:solidFill>
                <a:schemeClr val="accent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accent1"/>
                </a:solidFill>
                <a:latin typeface="Calibri"/>
              </a:rPr>
              <a:t>Second Outline Level</a:t>
            </a:r>
            <a:endParaRPr b="0" lang="en-US" sz="1800" spc="-1" strike="noStrike">
              <a:solidFill>
                <a:schemeClr val="accent1"/>
              </a:solidFill>
              <a:latin typeface="Calibri"/>
            </a:endParaRPr>
          </a:p>
          <a:p>
            <a:pPr lvl="2" marL="1296000" indent="-288000">
              <a:lnSpc>
                <a:spcPct val="90000"/>
              </a:lnSpc>
              <a:spcBef>
                <a:spcPts val="850"/>
              </a:spcBef>
              <a:buClr>
                <a:srgbClr val="000000"/>
              </a:buClr>
              <a:buSzPct val="45000"/>
              <a:buFont typeface="Wingdings" charset="2"/>
              <a:buChar char=""/>
            </a:pPr>
            <a:r>
              <a:rPr b="0" lang="en-US" sz="1600" spc="-1" strike="noStrike">
                <a:solidFill>
                  <a:schemeClr val="accent1"/>
                </a:solidFill>
                <a:latin typeface="Calibri"/>
              </a:rPr>
              <a:t>Third Outline Level</a:t>
            </a:r>
            <a:endParaRPr b="0" lang="en-US" sz="1600" spc="-1" strike="noStrike">
              <a:solidFill>
                <a:schemeClr val="accent1"/>
              </a:solidFill>
              <a:latin typeface="Calibri"/>
            </a:endParaRPr>
          </a:p>
          <a:p>
            <a:pPr lvl="3" marL="1728000" indent="-216000">
              <a:lnSpc>
                <a:spcPct val="90000"/>
              </a:lnSpc>
              <a:spcBef>
                <a:spcPts val="567"/>
              </a:spcBef>
              <a:buClr>
                <a:srgbClr val="000000"/>
              </a:buClr>
              <a:buSzPct val="75000"/>
              <a:buFont typeface="Symbol" charset="2"/>
              <a:buChar char=""/>
            </a:pPr>
            <a:r>
              <a:rPr b="0" lang="en-US" sz="1600" spc="-1" strike="noStrike">
                <a:solidFill>
                  <a:schemeClr val="accent1"/>
                </a:solidFill>
                <a:latin typeface="Calibri"/>
              </a:rPr>
              <a:t>Fourth Outline Level</a:t>
            </a:r>
            <a:endParaRPr b="0" lang="en-US" sz="1600" spc="-1" strike="noStrike">
              <a:solidFill>
                <a:schemeClr val="accent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accent1"/>
                </a:solidFill>
                <a:latin typeface="Calibri"/>
              </a:rPr>
              <a:t>Fifth Outline Level</a:t>
            </a:r>
            <a:endParaRPr b="0" lang="en-US" sz="2000" spc="-1" strike="noStrike">
              <a:solidFill>
                <a:schemeClr val="accent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accent1"/>
                </a:solidFill>
                <a:latin typeface="Calibri"/>
              </a:rPr>
              <a:t>Sixth Outline Level</a:t>
            </a:r>
            <a:endParaRPr b="0" lang="en-US" sz="2000" spc="-1" strike="noStrike">
              <a:solidFill>
                <a:schemeClr val="accent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accent1"/>
                </a:solidFill>
                <a:latin typeface="Calibri"/>
              </a:rPr>
              <a:t>Seventh Outline Level</a:t>
            </a:r>
            <a:endParaRPr b="0" lang="en-US" sz="2000" spc="-1" strike="noStrike">
              <a:solidFill>
                <a:schemeClr val="accent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accbf9"/>
        </a:solidFill>
      </p:bgPr>
    </p:bg>
    <p:spTree>
      <p:nvGrpSpPr>
        <p:cNvPr id="1" name=""/>
        <p:cNvGrpSpPr/>
        <p:nvPr/>
      </p:nvGrpSpPr>
      <p:grpSpPr>
        <a:xfrm>
          <a:off x="0" y="0"/>
          <a:ext cx="0" cy="0"/>
          <a:chOff x="0" y="0"/>
          <a:chExt cx="0" cy="0"/>
        </a:xfrm>
      </p:grpSpPr>
      <p:sp>
        <p:nvSpPr>
          <p:cNvPr id="68" name="Rectangle 6"/>
          <p:cNvSpPr/>
          <p:nvPr/>
        </p:nvSpPr>
        <p:spPr>
          <a:xfrm>
            <a:off x="231120" y="243720"/>
            <a:ext cx="11724120" cy="6377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69" name="PlaceHolder 1"/>
          <p:cNvSpPr>
            <a:spLocks noGrp="1"/>
          </p:cNvSpPr>
          <p:nvPr>
            <p:ph type="title"/>
          </p:nvPr>
        </p:nvSpPr>
        <p:spPr>
          <a:xfrm>
            <a:off x="1143000" y="1097280"/>
            <a:ext cx="3931560" cy="1737000"/>
          </a:xfrm>
          <a:prstGeom prst="rect">
            <a:avLst/>
          </a:prstGeom>
          <a:noFill/>
          <a:ln w="0">
            <a:noFill/>
          </a:ln>
        </p:spPr>
        <p:txBody>
          <a:bodyPr lIns="91440" rIns="91440" tIns="45720" bIns="45720" anchor="b">
            <a:noAutofit/>
          </a:bodyPr>
          <a:p>
            <a:pPr indent="0" defTabSz="914400">
              <a:lnSpc>
                <a:spcPct val="90000"/>
              </a:lnSpc>
              <a:buNone/>
            </a:pPr>
            <a:r>
              <a:rPr b="0" lang="en-US" sz="4000" spc="-1" strike="noStrike">
                <a:solidFill>
                  <a:schemeClr val="accent1"/>
                </a:solidFill>
                <a:latin typeface="Calibri"/>
              </a:rPr>
              <a:t>Click to edit Master title style</a:t>
            </a:r>
            <a:endParaRPr b="0" lang="en-US" sz="4000" spc="-1" strike="noStrike">
              <a:solidFill>
                <a:schemeClr val="dk1"/>
              </a:solidFill>
              <a:latin typeface="Calibri"/>
            </a:endParaRPr>
          </a:p>
        </p:txBody>
      </p:sp>
      <p:sp>
        <p:nvSpPr>
          <p:cNvPr id="70" name="PlaceHolder 2"/>
          <p:cNvSpPr>
            <a:spLocks noGrp="1"/>
          </p:cNvSpPr>
          <p:nvPr>
            <p:ph type="body"/>
          </p:nvPr>
        </p:nvSpPr>
        <p:spPr>
          <a:xfrm>
            <a:off x="5852160" y="1097280"/>
            <a:ext cx="5211720" cy="4663080"/>
          </a:xfrm>
          <a:prstGeom prst="rect">
            <a:avLst/>
          </a:prstGeom>
          <a:noFill/>
          <a:ln w="0">
            <a:noFill/>
          </a:ln>
        </p:spPr>
        <p:txBody>
          <a:bodyPr lIns="91440" rIns="91440" tIns="45720" bIns="45720" anchor="t">
            <a:noAutofit/>
          </a:bodyPr>
          <a:p>
            <a:pPr marL="228600" indent="-182880" defTabSz="914400">
              <a:lnSpc>
                <a:spcPct val="90000"/>
              </a:lnSpc>
              <a:spcBef>
                <a:spcPts val="1400"/>
              </a:spcBef>
              <a:buClr>
                <a:srgbClr val="4a66ac"/>
              </a:buClr>
              <a:buSzPct val="80000"/>
              <a:buFont typeface="Corbel"/>
              <a:buChar char="•"/>
            </a:pPr>
            <a:r>
              <a:rPr b="0" lang="en-US" sz="3200" spc="-1" strike="noStrike">
                <a:solidFill>
                  <a:schemeClr val="accent1"/>
                </a:solidFill>
                <a:latin typeface="Calibri"/>
              </a:rPr>
              <a:t>Click to edit Master text styles</a:t>
            </a:r>
            <a:endParaRPr b="0" lang="en-US" sz="3200" spc="-1" strike="noStrike">
              <a:solidFill>
                <a:schemeClr val="accent1"/>
              </a:solidFill>
              <a:latin typeface="Calibri"/>
            </a:endParaRPr>
          </a:p>
          <a:p>
            <a:pPr lvl="1" marL="457200" indent="-182880" defTabSz="914400">
              <a:lnSpc>
                <a:spcPct val="90000"/>
              </a:lnSpc>
              <a:spcBef>
                <a:spcPts val="201"/>
              </a:spcBef>
              <a:spcAft>
                <a:spcPts val="400"/>
              </a:spcAft>
              <a:buClr>
                <a:srgbClr val="4a66ac"/>
              </a:buClr>
              <a:buSzPct val="80000"/>
              <a:buFont typeface="Corbel"/>
              <a:buChar char="•"/>
            </a:pPr>
            <a:r>
              <a:rPr b="0" lang="en-US" sz="2800" spc="-1" strike="noStrike">
                <a:solidFill>
                  <a:schemeClr val="accent1"/>
                </a:solidFill>
                <a:latin typeface="Calibri"/>
              </a:rPr>
              <a:t>Second level</a:t>
            </a:r>
            <a:endParaRPr b="0" lang="en-US" sz="2800" spc="-1" strike="noStrike">
              <a:solidFill>
                <a:schemeClr val="accent1"/>
              </a:solidFill>
              <a:latin typeface="Calibri"/>
            </a:endParaRPr>
          </a:p>
          <a:p>
            <a:pPr lvl="2" marL="731520" indent="-182880" defTabSz="914400">
              <a:lnSpc>
                <a:spcPct val="90000"/>
              </a:lnSpc>
              <a:spcBef>
                <a:spcPts val="201"/>
              </a:spcBef>
              <a:spcAft>
                <a:spcPts val="400"/>
              </a:spcAft>
              <a:buClr>
                <a:srgbClr val="4a66ac"/>
              </a:buClr>
              <a:buSzPct val="80000"/>
              <a:buFont typeface="Corbel"/>
              <a:buChar char="•"/>
            </a:pPr>
            <a:r>
              <a:rPr b="0" lang="en-US" sz="2400" spc="-1" strike="noStrike">
                <a:solidFill>
                  <a:schemeClr val="accent1"/>
                </a:solidFill>
                <a:latin typeface="Calibri"/>
              </a:rPr>
              <a:t>Third level</a:t>
            </a:r>
            <a:endParaRPr b="0" lang="en-US" sz="2400" spc="-1" strike="noStrike">
              <a:solidFill>
                <a:schemeClr val="accent1"/>
              </a:solidFill>
              <a:latin typeface="Calibri"/>
            </a:endParaRPr>
          </a:p>
          <a:p>
            <a:pPr lvl="3" marL="1005840" indent="-182880" defTabSz="914400">
              <a:lnSpc>
                <a:spcPct val="90000"/>
              </a:lnSpc>
              <a:spcBef>
                <a:spcPts val="201"/>
              </a:spcBef>
              <a:spcAft>
                <a:spcPts val="400"/>
              </a:spcAft>
              <a:buClr>
                <a:srgbClr val="4a66ac"/>
              </a:buClr>
              <a:buSzPct val="80000"/>
              <a:buFont typeface="Corbel"/>
              <a:buChar char="•"/>
            </a:pPr>
            <a:r>
              <a:rPr b="0" lang="en-US" sz="2000" spc="-1" strike="noStrike">
                <a:solidFill>
                  <a:schemeClr val="accent1"/>
                </a:solidFill>
                <a:latin typeface="Calibri"/>
              </a:rPr>
              <a:t>Fourth level</a:t>
            </a:r>
            <a:endParaRPr b="0" lang="en-US" sz="2000" spc="-1" strike="noStrike">
              <a:solidFill>
                <a:schemeClr val="accent1"/>
              </a:solidFill>
              <a:latin typeface="Calibri"/>
            </a:endParaRPr>
          </a:p>
          <a:p>
            <a:pPr lvl="4" marL="1280160" indent="-182880" defTabSz="914400">
              <a:lnSpc>
                <a:spcPct val="90000"/>
              </a:lnSpc>
              <a:spcBef>
                <a:spcPts val="201"/>
              </a:spcBef>
              <a:spcAft>
                <a:spcPts val="400"/>
              </a:spcAft>
              <a:buClr>
                <a:srgbClr val="4a66ac"/>
              </a:buClr>
              <a:buSzPct val="80000"/>
              <a:buFont typeface="Corbel"/>
              <a:buChar char="•"/>
            </a:pPr>
            <a:r>
              <a:rPr b="0" lang="en-US" sz="2000" spc="-1" strike="noStrike">
                <a:solidFill>
                  <a:schemeClr val="accent1"/>
                </a:solidFill>
                <a:latin typeface="Calibri"/>
              </a:rPr>
              <a:t>Fifth level</a:t>
            </a:r>
            <a:endParaRPr b="0" lang="en-US" sz="2000" spc="-1" strike="noStrike">
              <a:solidFill>
                <a:schemeClr val="accent1"/>
              </a:solidFill>
              <a:latin typeface="Calibri"/>
            </a:endParaRPr>
          </a:p>
        </p:txBody>
      </p:sp>
      <p:sp>
        <p:nvSpPr>
          <p:cNvPr id="71" name="PlaceHolder 3"/>
          <p:cNvSpPr>
            <a:spLocks noGrp="1"/>
          </p:cNvSpPr>
          <p:nvPr>
            <p:ph type="body"/>
          </p:nvPr>
        </p:nvSpPr>
        <p:spPr>
          <a:xfrm>
            <a:off x="1143000" y="2834640"/>
            <a:ext cx="3931560" cy="301716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r>
              <a:rPr b="0" lang="en-US" sz="1700" spc="-1" strike="noStrike">
                <a:solidFill>
                  <a:schemeClr val="accent1"/>
                </a:solidFill>
                <a:latin typeface="Calibri"/>
              </a:rPr>
              <a:t>Click to edit Master text styles</a:t>
            </a:r>
            <a:endParaRPr b="0" lang="en-US" sz="1700" spc="-1" strike="noStrike">
              <a:solidFill>
                <a:schemeClr val="accent1"/>
              </a:solidFill>
              <a:latin typeface="Calibri"/>
            </a:endParaRPr>
          </a:p>
        </p:txBody>
      </p:sp>
      <p:sp>
        <p:nvSpPr>
          <p:cNvPr id="72" name="PlaceHolder 4"/>
          <p:cNvSpPr>
            <a:spLocks noGrp="1"/>
          </p:cNvSpPr>
          <p:nvPr>
            <p:ph type="dt" idx="28"/>
          </p:nvPr>
        </p:nvSpPr>
        <p:spPr>
          <a:xfrm>
            <a:off x="1143000" y="6223680"/>
            <a:ext cx="2328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accent1"/>
                </a:solidFill>
                <a:latin typeface="Calibri"/>
              </a:defRPr>
            </a:lvl1pPr>
          </a:lstStyle>
          <a:p>
            <a:pPr indent="0" defTabSz="457200">
              <a:lnSpc>
                <a:spcPct val="100000"/>
              </a:lnSpc>
              <a:buNone/>
            </a:pPr>
            <a:r>
              <a:rPr b="0" lang="en-US" sz="1200" spc="-1" strike="noStrike">
                <a:solidFill>
                  <a:schemeClr val="accent1"/>
                </a:solidFill>
                <a:latin typeface="Calibri"/>
              </a:rPr>
              <a:t>&lt;date/time&gt;</a:t>
            </a:r>
            <a:endParaRPr b="0" lang="en-IN" sz="1200" spc="-1" strike="noStrike">
              <a:solidFill>
                <a:srgbClr val="000000"/>
              </a:solidFill>
              <a:latin typeface="Times New Roman"/>
            </a:endParaRPr>
          </a:p>
        </p:txBody>
      </p:sp>
      <p:sp>
        <p:nvSpPr>
          <p:cNvPr id="73" name="PlaceHolder 5"/>
          <p:cNvSpPr>
            <a:spLocks noGrp="1"/>
          </p:cNvSpPr>
          <p:nvPr>
            <p:ph type="ftr" idx="29"/>
          </p:nvPr>
        </p:nvSpPr>
        <p:spPr>
          <a:xfrm>
            <a:off x="3949200" y="6223680"/>
            <a:ext cx="4717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74" name="PlaceHolder 6"/>
          <p:cNvSpPr>
            <a:spLocks noGrp="1"/>
          </p:cNvSpPr>
          <p:nvPr>
            <p:ph type="sldNum" idx="30"/>
          </p:nvPr>
        </p:nvSpPr>
        <p:spPr>
          <a:xfrm>
            <a:off x="9329400" y="6223680"/>
            <a:ext cx="170568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accent1"/>
                </a:solidFill>
                <a:latin typeface="Calibri"/>
              </a:defRPr>
            </a:lvl1pPr>
          </a:lstStyle>
          <a:p>
            <a:pPr indent="0" algn="r" defTabSz="457200">
              <a:lnSpc>
                <a:spcPct val="100000"/>
              </a:lnSpc>
              <a:buNone/>
            </a:pPr>
            <a:fld id="{368F056C-AFA2-4B52-94DC-C101BA31C6F9}" type="slidenum">
              <a:rPr b="0" lang="en-US" sz="1200" spc="-1" strike="noStrike">
                <a:solidFill>
                  <a:schemeClr val="accent1"/>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accbf9"/>
        </a:solidFill>
      </p:bgPr>
    </p:bg>
    <p:spTree>
      <p:nvGrpSpPr>
        <p:cNvPr id="1" name=""/>
        <p:cNvGrpSpPr/>
        <p:nvPr/>
      </p:nvGrpSpPr>
      <p:grpSpPr>
        <a:xfrm>
          <a:off x="0" y="0"/>
          <a:ext cx="0" cy="0"/>
          <a:chOff x="0" y="0"/>
          <a:chExt cx="0" cy="0"/>
        </a:xfrm>
      </p:grpSpPr>
      <p:sp>
        <p:nvSpPr>
          <p:cNvPr id="75" name="Rectangle 6"/>
          <p:cNvSpPr/>
          <p:nvPr/>
        </p:nvSpPr>
        <p:spPr>
          <a:xfrm>
            <a:off x="231120" y="243720"/>
            <a:ext cx="11724120" cy="6377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pc="-1" strike="noStrike">
              <a:solidFill>
                <a:srgbClr val="000000"/>
              </a:solidFill>
              <a:latin typeface="Arial"/>
            </a:endParaRPr>
          </a:p>
        </p:txBody>
      </p:sp>
      <p:sp>
        <p:nvSpPr>
          <p:cNvPr id="76" name="PlaceHolder 1"/>
          <p:cNvSpPr>
            <a:spLocks noGrp="1"/>
          </p:cNvSpPr>
          <p:nvPr>
            <p:ph type="title"/>
          </p:nvPr>
        </p:nvSpPr>
        <p:spPr>
          <a:xfrm>
            <a:off x="1143000" y="1097280"/>
            <a:ext cx="3931560" cy="1737000"/>
          </a:xfrm>
          <a:prstGeom prst="rect">
            <a:avLst/>
          </a:prstGeom>
          <a:noFill/>
          <a:ln w="0">
            <a:noFill/>
          </a:ln>
        </p:spPr>
        <p:txBody>
          <a:bodyPr lIns="91440" rIns="91440" tIns="45720" bIns="45720" anchor="b">
            <a:noAutofit/>
          </a:bodyPr>
          <a:p>
            <a:pPr indent="0" defTabSz="914400">
              <a:lnSpc>
                <a:spcPct val="90000"/>
              </a:lnSpc>
              <a:buNone/>
            </a:pPr>
            <a:r>
              <a:rPr b="0" lang="en-US" sz="4000" spc="-1" strike="noStrike">
                <a:solidFill>
                  <a:schemeClr val="accent1"/>
                </a:solidFill>
                <a:latin typeface="Calibri"/>
              </a:rPr>
              <a:t>Click to edit Master title style</a:t>
            </a:r>
            <a:endParaRPr b="0" lang="en-US" sz="4000" spc="-1" strike="noStrike">
              <a:solidFill>
                <a:schemeClr val="dk1"/>
              </a:solidFill>
              <a:latin typeface="Calibri"/>
            </a:endParaRPr>
          </a:p>
        </p:txBody>
      </p:sp>
      <p:sp>
        <p:nvSpPr>
          <p:cNvPr id="77" name="PlaceHolder 2"/>
          <p:cNvSpPr>
            <a:spLocks noGrp="1"/>
          </p:cNvSpPr>
          <p:nvPr>
            <p:ph type="body"/>
          </p:nvPr>
        </p:nvSpPr>
        <p:spPr>
          <a:xfrm>
            <a:off x="5413320" y="1069920"/>
            <a:ext cx="6098760" cy="4800240"/>
          </a:xfrm>
          <a:prstGeom prst="rect">
            <a:avLst/>
          </a:prstGeom>
          <a:noFill/>
          <a:ln w="0">
            <a:noFill/>
          </a:ln>
        </p:spPr>
        <p:txBody>
          <a:bodyPr lIns="274320" rIns="90000" tIns="182880" bIns="45000" anchor="t">
            <a:normAutofit/>
          </a:bodyPr>
          <a:p>
            <a:pPr indent="0" defTabSz="457200">
              <a:lnSpc>
                <a:spcPct val="100000"/>
              </a:lnSpc>
              <a:buNone/>
              <a:tabLst>
                <a:tab algn="l" pos="0"/>
              </a:tabLst>
            </a:pPr>
            <a:r>
              <a:rPr b="0" lang="en-US" sz="2800" spc="-1" strike="noStrike">
                <a:solidFill>
                  <a:schemeClr val="dk1"/>
                </a:solidFill>
                <a:latin typeface="Calibri"/>
              </a:rPr>
              <a:t>Click icon to add picture</a:t>
            </a:r>
            <a:endParaRPr b="0" lang="en-US" sz="2800" spc="-1" strike="noStrike">
              <a:solidFill>
                <a:schemeClr val="accent1"/>
              </a:solidFill>
              <a:latin typeface="Calibri"/>
            </a:endParaRPr>
          </a:p>
        </p:txBody>
      </p:sp>
      <p:sp>
        <p:nvSpPr>
          <p:cNvPr id="78" name="PlaceHolder 3"/>
          <p:cNvSpPr>
            <a:spLocks noGrp="1"/>
          </p:cNvSpPr>
          <p:nvPr>
            <p:ph type="body"/>
          </p:nvPr>
        </p:nvSpPr>
        <p:spPr>
          <a:xfrm>
            <a:off x="1143000" y="2834640"/>
            <a:ext cx="3931560" cy="288000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r>
              <a:rPr b="0" lang="en-US" sz="1700" spc="-1" strike="noStrike">
                <a:solidFill>
                  <a:schemeClr val="accent1"/>
                </a:solidFill>
                <a:latin typeface="Calibri"/>
              </a:rPr>
              <a:t>Click to edit Master text styles</a:t>
            </a:r>
            <a:endParaRPr b="0" lang="en-US" sz="1700" spc="-1" strike="noStrike">
              <a:solidFill>
                <a:schemeClr val="accent1"/>
              </a:solidFill>
              <a:latin typeface="Calibri"/>
            </a:endParaRPr>
          </a:p>
        </p:txBody>
      </p:sp>
      <p:sp>
        <p:nvSpPr>
          <p:cNvPr id="79" name="PlaceHolder 4"/>
          <p:cNvSpPr>
            <a:spLocks noGrp="1"/>
          </p:cNvSpPr>
          <p:nvPr>
            <p:ph type="dt" idx="31"/>
          </p:nvPr>
        </p:nvSpPr>
        <p:spPr>
          <a:xfrm>
            <a:off x="1143000" y="6223680"/>
            <a:ext cx="232884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accent1"/>
                </a:solidFill>
                <a:latin typeface="Calibri"/>
              </a:defRPr>
            </a:lvl1pPr>
          </a:lstStyle>
          <a:p>
            <a:pPr indent="0" defTabSz="457200">
              <a:lnSpc>
                <a:spcPct val="100000"/>
              </a:lnSpc>
              <a:buNone/>
            </a:pPr>
            <a:r>
              <a:rPr b="0" lang="en-US" sz="1200" spc="-1" strike="noStrike">
                <a:solidFill>
                  <a:schemeClr val="accent1"/>
                </a:solidFill>
                <a:latin typeface="Calibri"/>
              </a:rPr>
              <a:t>&lt;date/time&gt;</a:t>
            </a:r>
            <a:endParaRPr b="0" lang="en-IN" sz="1200" spc="-1" strike="noStrike">
              <a:solidFill>
                <a:srgbClr val="000000"/>
              </a:solidFill>
              <a:latin typeface="Times New Roman"/>
            </a:endParaRPr>
          </a:p>
        </p:txBody>
      </p:sp>
      <p:sp>
        <p:nvSpPr>
          <p:cNvPr id="80" name="PlaceHolder 5"/>
          <p:cNvSpPr>
            <a:spLocks noGrp="1"/>
          </p:cNvSpPr>
          <p:nvPr>
            <p:ph type="ftr" idx="32"/>
          </p:nvPr>
        </p:nvSpPr>
        <p:spPr>
          <a:xfrm>
            <a:off x="3949200" y="6223680"/>
            <a:ext cx="471744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81" name="PlaceHolder 6"/>
          <p:cNvSpPr>
            <a:spLocks noGrp="1"/>
          </p:cNvSpPr>
          <p:nvPr>
            <p:ph type="sldNum" idx="33"/>
          </p:nvPr>
        </p:nvSpPr>
        <p:spPr>
          <a:xfrm>
            <a:off x="9329400" y="6223680"/>
            <a:ext cx="170568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accent1"/>
                </a:solidFill>
                <a:latin typeface="Calibri"/>
              </a:defRPr>
            </a:lvl1pPr>
          </a:lstStyle>
          <a:p>
            <a:pPr indent="0" algn="r" defTabSz="457200">
              <a:lnSpc>
                <a:spcPct val="100000"/>
              </a:lnSpc>
              <a:buNone/>
            </a:pPr>
            <a:fld id="{32D10C7B-7CB8-4D41-9B60-FE22A12137D2}" type="slidenum">
              <a:rPr b="0" lang="en-US" sz="1200" spc="-1" strike="noStrike">
                <a:solidFill>
                  <a:schemeClr val="accent1"/>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1017000" y="1715760"/>
            <a:ext cx="10479240" cy="1214640"/>
          </a:xfrm>
          <a:prstGeom prst="rect">
            <a:avLst/>
          </a:prstGeom>
          <a:noFill/>
          <a:ln w="0">
            <a:noFill/>
          </a:ln>
        </p:spPr>
        <p:txBody>
          <a:bodyPr lIns="91440" rIns="91440" tIns="45720" bIns="45720" anchor="b">
            <a:normAutofit fontScale="60833"/>
          </a:bodyPr>
          <a:p>
            <a:pPr indent="0" algn="ctr" defTabSz="914400">
              <a:lnSpc>
                <a:spcPct val="85000"/>
              </a:lnSpc>
              <a:buNone/>
            </a:pPr>
            <a:r>
              <a:rPr b="1" lang="en-US" sz="7200" spc="-1" strike="noStrike" cap="all">
                <a:solidFill>
                  <a:schemeClr val="lt1"/>
                </a:solidFill>
                <a:latin typeface="Calibri"/>
              </a:rPr>
              <a:t>Corporate Credit risk Assessment</a:t>
            </a:r>
            <a:endParaRPr b="0" lang="en-US" sz="72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p:nvPr>
        </p:nvSpPr>
        <p:spPr>
          <a:xfrm>
            <a:off x="494640" y="1287000"/>
            <a:ext cx="11202480" cy="4927680"/>
          </a:xfrm>
          <a:prstGeom prst="rect">
            <a:avLst/>
          </a:prstGeom>
          <a:noFill/>
          <a:ln w="0">
            <a:noFill/>
          </a:ln>
        </p:spPr>
        <p:txBody>
          <a:bodyPr lIns="91440" rIns="91440" tIns="45720" bIns="45720" anchor="t">
            <a:normAutofit/>
          </a:bodyPr>
          <a:p>
            <a:pPr marL="45720" indent="0" defTabSz="914400">
              <a:lnSpc>
                <a:spcPct val="90000"/>
              </a:lnSpc>
              <a:spcBef>
                <a:spcPts val="1400"/>
              </a:spcBef>
              <a:buNone/>
              <a:tabLst>
                <a:tab algn="l" pos="0"/>
              </a:tabLst>
            </a:pPr>
            <a:r>
              <a:rPr b="0" lang="en-US" sz="2200" spc="-1" strike="noStrike">
                <a:solidFill>
                  <a:schemeClr val="accent1"/>
                </a:solidFill>
                <a:latin typeface="Calibri"/>
              </a:rPr>
              <a:t>Currently banks use manual rating system rule-based system to score corporate companies based on their credit activities, finances, news, market position etc. </a:t>
            </a:r>
            <a:endParaRPr b="0" lang="en-US" sz="2200" spc="-1" strike="noStrike">
              <a:solidFill>
                <a:schemeClr val="accent1"/>
              </a:solidFill>
              <a:latin typeface="Calibri"/>
            </a:endParaRPr>
          </a:p>
          <a:p>
            <a:pPr marL="228600" indent="-182880" defTabSz="914400">
              <a:lnSpc>
                <a:spcPct val="90000"/>
              </a:lnSpc>
              <a:spcBef>
                <a:spcPts val="1400"/>
              </a:spcBef>
              <a:buClr>
                <a:srgbClr val="4a66ac"/>
              </a:buClr>
              <a:buSzPct val="80000"/>
              <a:buFont typeface="Corbel"/>
              <a:buChar char="•"/>
              <a:tabLst>
                <a:tab algn="l" pos="0"/>
              </a:tabLst>
            </a:pPr>
            <a:r>
              <a:rPr b="1" lang="en-US" sz="2200" spc="-1" strike="noStrike">
                <a:solidFill>
                  <a:schemeClr val="accent1"/>
                </a:solidFill>
                <a:latin typeface="Calibri"/>
              </a:rPr>
              <a:t>Scope </a:t>
            </a:r>
            <a:r>
              <a:rPr b="0" lang="en-US" sz="2200" spc="-1" strike="noStrike">
                <a:solidFill>
                  <a:schemeClr val="accent1"/>
                </a:solidFill>
                <a:latin typeface="Calibri"/>
              </a:rPr>
              <a:t>: to develop a model for credit risk assessment of corporates using structures and unstructured data. The model somewhat mimics what a risk analyst at bank does in his head </a:t>
            </a:r>
            <a:endParaRPr b="0" lang="en-US" sz="2200" spc="-1" strike="noStrike">
              <a:solidFill>
                <a:schemeClr val="accent1"/>
              </a:solidFill>
              <a:latin typeface="Calibri"/>
            </a:endParaRPr>
          </a:p>
          <a:p>
            <a:pPr marL="228600" indent="-182880" defTabSz="914400">
              <a:lnSpc>
                <a:spcPct val="90000"/>
              </a:lnSpc>
              <a:spcBef>
                <a:spcPts val="1400"/>
              </a:spcBef>
              <a:buClr>
                <a:srgbClr val="4a66ac"/>
              </a:buClr>
              <a:buSzPct val="80000"/>
              <a:buFont typeface="Corbel"/>
              <a:buChar char="•"/>
              <a:tabLst>
                <a:tab algn="l" pos="0"/>
              </a:tabLst>
            </a:pPr>
            <a:r>
              <a:rPr b="0" lang="en-US" sz="2200" spc="-1" strike="noStrike">
                <a:solidFill>
                  <a:schemeClr val="accent1"/>
                </a:solidFill>
                <a:latin typeface="Calibri"/>
              </a:rPr>
              <a:t>Below is the analysis of different models used and explored  currently for financial data and assessment of which performs the best :</a:t>
            </a:r>
            <a:endParaRPr b="0" lang="en-US" sz="2200" spc="-1" strike="noStrike">
              <a:solidFill>
                <a:schemeClr val="accent1"/>
              </a:solidFill>
              <a:latin typeface="Calibri"/>
            </a:endParaRPr>
          </a:p>
          <a:p>
            <a:pPr marL="502920" indent="-457200" defTabSz="914400">
              <a:lnSpc>
                <a:spcPct val="90000"/>
              </a:lnSpc>
              <a:spcBef>
                <a:spcPts val="1400"/>
              </a:spcBef>
              <a:buClr>
                <a:srgbClr val="4a66ac"/>
              </a:buClr>
              <a:buSzPct val="80000"/>
              <a:buFont typeface="Calibri"/>
              <a:buAutoNum type="arabicPeriod"/>
              <a:tabLst>
                <a:tab algn="l" pos="0"/>
              </a:tabLst>
            </a:pPr>
            <a:r>
              <a:rPr b="0" lang="en-US" sz="2200" spc="-1" strike="noStrike">
                <a:solidFill>
                  <a:schemeClr val="accent1"/>
                </a:solidFill>
                <a:latin typeface="Calibri"/>
              </a:rPr>
              <a:t>XGBoost/Decision Trees/Random Forest: Tree based model have performed efficiently in credit scoring using financial data.</a:t>
            </a:r>
            <a:endParaRPr b="0" lang="en-US" sz="2200" spc="-1" strike="noStrike">
              <a:solidFill>
                <a:schemeClr val="accent1"/>
              </a:solidFill>
              <a:latin typeface="Calibri"/>
            </a:endParaRPr>
          </a:p>
          <a:p>
            <a:pPr marL="502920" indent="-457200" defTabSz="914400">
              <a:lnSpc>
                <a:spcPct val="90000"/>
              </a:lnSpc>
              <a:spcBef>
                <a:spcPts val="1400"/>
              </a:spcBef>
              <a:buClr>
                <a:srgbClr val="4a66ac"/>
              </a:buClr>
              <a:buSzPct val="80000"/>
              <a:buFont typeface="Calibri"/>
              <a:buAutoNum type="arabicPeriod"/>
              <a:tabLst>
                <a:tab algn="l" pos="0"/>
              </a:tabLst>
            </a:pPr>
            <a:r>
              <a:rPr b="0" lang="en-US" sz="2200" spc="-1" strike="noStrike">
                <a:solidFill>
                  <a:schemeClr val="accent1"/>
                </a:solidFill>
                <a:latin typeface="Calibri"/>
              </a:rPr>
              <a:t>RAG based model, advance LLMs used in financial analysis. It could be only used in unstructured data of companies to extract relevant information. RAG allows models to access information beyond their training data (Could be used for personalization)</a:t>
            </a:r>
            <a:endParaRPr b="0" lang="en-US" sz="2200" spc="-1" strike="noStrike">
              <a:solidFill>
                <a:schemeClr val="accent1"/>
              </a:solidFill>
              <a:latin typeface="Calibri"/>
            </a:endParaRPr>
          </a:p>
          <a:p>
            <a:pPr indent="0" defTabSz="914400">
              <a:lnSpc>
                <a:spcPct val="90000"/>
              </a:lnSpc>
              <a:spcBef>
                <a:spcPts val="1400"/>
              </a:spcBef>
              <a:buNone/>
              <a:tabLst>
                <a:tab algn="l" pos="0"/>
              </a:tabLst>
            </a:pPr>
            <a:endParaRPr b="0" lang="en-US" sz="2200" spc="-1" strike="noStrike">
              <a:solidFill>
                <a:schemeClr val="accent1"/>
              </a:solidFill>
              <a:latin typeface="Calibri"/>
            </a:endParaRPr>
          </a:p>
        </p:txBody>
      </p:sp>
      <p:sp>
        <p:nvSpPr>
          <p:cNvPr id="84" name="TextBox 4"/>
          <p:cNvSpPr/>
          <p:nvPr/>
        </p:nvSpPr>
        <p:spPr>
          <a:xfrm>
            <a:off x="654480" y="431280"/>
            <a:ext cx="6804720" cy="699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4000" spc="-1" strike="noStrike">
                <a:solidFill>
                  <a:schemeClr val="accent1">
                    <a:lumMod val="75000"/>
                  </a:schemeClr>
                </a:solidFill>
                <a:latin typeface="Calibri"/>
              </a:rPr>
              <a:t>PROBLEM STATEMENT </a:t>
            </a:r>
            <a:endParaRPr b="0" lang="en-IN"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639360" y="603360"/>
            <a:ext cx="10515240" cy="579600"/>
          </a:xfrm>
          <a:prstGeom prst="rect">
            <a:avLst/>
          </a:prstGeom>
          <a:noFill/>
          <a:ln w="0">
            <a:noFill/>
          </a:ln>
        </p:spPr>
        <p:txBody>
          <a:bodyPr lIns="91440" rIns="91440" tIns="45720" bIns="45720" anchor="ctr">
            <a:normAutofit fontScale="80920"/>
          </a:bodyPr>
          <a:p>
            <a:pPr indent="0" defTabSz="914400">
              <a:lnSpc>
                <a:spcPct val="90000"/>
              </a:lnSpc>
              <a:buNone/>
            </a:pPr>
            <a:r>
              <a:rPr b="1" lang="en-US" sz="4400" spc="-1" strike="noStrike">
                <a:solidFill>
                  <a:schemeClr val="accent1">
                    <a:lumMod val="75000"/>
                  </a:schemeClr>
                </a:solidFill>
                <a:latin typeface="Calibri"/>
              </a:rPr>
              <a:t>FEATURES USED </a:t>
            </a:r>
            <a:endParaRPr b="0" lang="en-US" sz="4400" spc="-1" strike="noStrike">
              <a:solidFill>
                <a:schemeClr val="dk1"/>
              </a:solidFill>
              <a:latin typeface="Calibri"/>
            </a:endParaRPr>
          </a:p>
        </p:txBody>
      </p:sp>
      <p:sp>
        <p:nvSpPr>
          <p:cNvPr id="86" name="PlaceHolder 2"/>
          <p:cNvSpPr>
            <a:spLocks noGrp="1"/>
          </p:cNvSpPr>
          <p:nvPr>
            <p:ph/>
          </p:nvPr>
        </p:nvSpPr>
        <p:spPr>
          <a:xfrm>
            <a:off x="557640" y="1481760"/>
            <a:ext cx="11076120" cy="5918040"/>
          </a:xfrm>
          <a:prstGeom prst="rect">
            <a:avLst/>
          </a:prstGeom>
          <a:noFill/>
          <a:ln w="0">
            <a:noFill/>
          </a:ln>
        </p:spPr>
        <p:txBody>
          <a:bodyPr lIns="91440" rIns="91440" tIns="45720" bIns="45720" anchor="t">
            <a:normAutofit/>
          </a:bodyPr>
          <a:p>
            <a:pPr indent="0" defTabSz="914400">
              <a:lnSpc>
                <a:spcPct val="90000"/>
              </a:lnSpc>
              <a:spcBef>
                <a:spcPts val="1400"/>
              </a:spcBef>
              <a:buNone/>
              <a:tabLst>
                <a:tab algn="l" pos="0"/>
              </a:tabLst>
            </a:pPr>
            <a:r>
              <a:rPr b="0" lang="en-US" sz="2200" spc="-1" strike="noStrike">
                <a:solidFill>
                  <a:schemeClr val="accent1"/>
                </a:solidFill>
                <a:latin typeface="Calibri"/>
              </a:rPr>
              <a:t>In this study, we utilize two categories of features:</a:t>
            </a:r>
            <a:endParaRPr b="0" lang="en-US" sz="2200" spc="-1" strike="noStrike">
              <a:solidFill>
                <a:schemeClr val="accent1"/>
              </a:solidFill>
              <a:latin typeface="Calibri"/>
            </a:endParaRPr>
          </a:p>
          <a:p>
            <a:pPr marL="228600" indent="-182880" defTabSz="914400">
              <a:lnSpc>
                <a:spcPct val="90000"/>
              </a:lnSpc>
              <a:spcBef>
                <a:spcPts val="1400"/>
              </a:spcBef>
              <a:buClr>
                <a:srgbClr val="4a66ac"/>
              </a:buClr>
              <a:buSzPct val="80000"/>
              <a:buFont typeface="Corbel"/>
              <a:buChar char="•"/>
              <a:tabLst>
                <a:tab algn="l" pos="0"/>
              </a:tabLst>
            </a:pPr>
            <a:r>
              <a:rPr b="0" lang="en-US" sz="2200" spc="-1" strike="noStrike">
                <a:solidFill>
                  <a:schemeClr val="accent1"/>
                </a:solidFill>
                <a:latin typeface="Calibri"/>
              </a:rPr>
              <a:t> </a:t>
            </a:r>
            <a:r>
              <a:rPr b="0" lang="en-US" sz="2200" spc="-1" strike="noStrike">
                <a:solidFill>
                  <a:schemeClr val="accent1"/>
                </a:solidFill>
                <a:latin typeface="Calibri"/>
              </a:rPr>
              <a:t>Financial features (Key Performance Indicators: KPIs) </a:t>
            </a:r>
            <a:endParaRPr b="0" lang="en-US" sz="2200" spc="-1" strike="noStrike">
              <a:solidFill>
                <a:schemeClr val="accent1"/>
              </a:solidFill>
              <a:latin typeface="Calibri"/>
            </a:endParaRPr>
          </a:p>
          <a:p>
            <a:pPr marL="45720" indent="0" defTabSz="914400">
              <a:lnSpc>
                <a:spcPct val="90000"/>
              </a:lnSpc>
              <a:spcBef>
                <a:spcPts val="1400"/>
              </a:spcBef>
              <a:buNone/>
              <a:tabLst>
                <a:tab algn="l" pos="0"/>
              </a:tabLst>
            </a:pPr>
            <a:r>
              <a:rPr b="1" lang="en-US" sz="2200" spc="-1" strike="noStrike">
                <a:solidFill>
                  <a:schemeClr val="accent1"/>
                </a:solidFill>
                <a:latin typeface="Calibri"/>
              </a:rPr>
              <a:t>               </a:t>
            </a:r>
            <a:r>
              <a:rPr b="1" lang="en-US" sz="2200" spc="-1" strike="noStrike">
                <a:solidFill>
                  <a:schemeClr val="accent1"/>
                </a:solidFill>
                <a:latin typeface="Calibri"/>
              </a:rPr>
              <a:t>(a) Liquidity (</a:t>
            </a:r>
            <a:r>
              <a:rPr b="0" lang="en-US" sz="2200" spc="-1" strike="noStrike">
                <a:solidFill>
                  <a:schemeClr val="accent1"/>
                </a:solidFill>
                <a:latin typeface="Calibri"/>
              </a:rPr>
              <a:t>Current Ratio, Quick Ratio, Cash &amp; Bank Balances / Current Liabilities etc.)</a:t>
            </a:r>
            <a:endParaRPr b="0" lang="en-US" sz="2200" spc="-1" strike="noStrike">
              <a:solidFill>
                <a:schemeClr val="accent1"/>
              </a:solidFill>
              <a:latin typeface="Calibri"/>
            </a:endParaRPr>
          </a:p>
          <a:p>
            <a:pPr marL="45720" indent="0" defTabSz="914400">
              <a:lnSpc>
                <a:spcPct val="90000"/>
              </a:lnSpc>
              <a:spcBef>
                <a:spcPts val="1400"/>
              </a:spcBef>
              <a:buNone/>
              <a:tabLst>
                <a:tab algn="l" pos="0"/>
              </a:tabLst>
            </a:pPr>
            <a:r>
              <a:rPr b="1" lang="en-US" sz="2200" spc="-1" strike="noStrike">
                <a:solidFill>
                  <a:schemeClr val="accent1"/>
                </a:solidFill>
                <a:latin typeface="Calibri"/>
              </a:rPr>
              <a:t>               </a:t>
            </a:r>
            <a:r>
              <a:rPr b="1" lang="en-US" sz="2200" spc="-1" strike="noStrike">
                <a:solidFill>
                  <a:schemeClr val="accent1"/>
                </a:solidFill>
                <a:latin typeface="Calibri"/>
              </a:rPr>
              <a:t>(b) Profitability (</a:t>
            </a:r>
            <a:r>
              <a:rPr b="0" lang="en-US" sz="2200" spc="-1" strike="noStrike">
                <a:solidFill>
                  <a:schemeClr val="accent1"/>
                </a:solidFill>
                <a:latin typeface="Calibri"/>
              </a:rPr>
              <a:t>EBITDA Margin, Net Profit Margin, ROA / ROE )</a:t>
            </a:r>
            <a:endParaRPr b="0" lang="en-US" sz="2200" spc="-1" strike="noStrike">
              <a:solidFill>
                <a:schemeClr val="accent1"/>
              </a:solidFill>
              <a:latin typeface="Calibri"/>
            </a:endParaRPr>
          </a:p>
          <a:p>
            <a:pPr marL="45720" indent="0" defTabSz="914400">
              <a:lnSpc>
                <a:spcPct val="90000"/>
              </a:lnSpc>
              <a:spcBef>
                <a:spcPts val="1400"/>
              </a:spcBef>
              <a:buNone/>
              <a:tabLst>
                <a:tab algn="l" pos="0"/>
              </a:tabLst>
            </a:pPr>
            <a:r>
              <a:rPr b="1" lang="en-US" sz="2200" spc="-1" strike="noStrike">
                <a:solidFill>
                  <a:schemeClr val="accent1"/>
                </a:solidFill>
                <a:latin typeface="Calibri"/>
              </a:rPr>
              <a:t>               </a:t>
            </a:r>
            <a:r>
              <a:rPr b="1" lang="en-US" sz="2200" spc="-1" strike="noStrike">
                <a:solidFill>
                  <a:schemeClr val="accent1"/>
                </a:solidFill>
                <a:latin typeface="Calibri"/>
              </a:rPr>
              <a:t>(c) Leverage &amp; Solvency (</a:t>
            </a:r>
            <a:r>
              <a:rPr b="0" lang="en-US" sz="2200" spc="-1" strike="noStrike">
                <a:solidFill>
                  <a:schemeClr val="accent1"/>
                </a:solidFill>
                <a:latin typeface="Calibri"/>
              </a:rPr>
              <a:t>Debt-to-Equity, Interest Coverage Ratio)</a:t>
            </a:r>
            <a:endParaRPr b="0" lang="en-US" sz="2200" spc="-1" strike="noStrike">
              <a:solidFill>
                <a:schemeClr val="accent1"/>
              </a:solidFill>
              <a:latin typeface="Calibri"/>
            </a:endParaRPr>
          </a:p>
          <a:p>
            <a:pPr marL="45720" indent="0" defTabSz="914400">
              <a:lnSpc>
                <a:spcPct val="90000"/>
              </a:lnSpc>
              <a:spcBef>
                <a:spcPts val="1400"/>
              </a:spcBef>
              <a:buNone/>
              <a:tabLst>
                <a:tab algn="l" pos="0"/>
              </a:tabLst>
            </a:pPr>
            <a:r>
              <a:rPr b="1" lang="en-US" sz="2200" spc="-1" strike="noStrike">
                <a:solidFill>
                  <a:schemeClr val="accent1"/>
                </a:solidFill>
                <a:latin typeface="Calibri"/>
              </a:rPr>
              <a:t>               </a:t>
            </a:r>
            <a:r>
              <a:rPr b="1" lang="en-US" sz="2200" spc="-1" strike="noStrike">
                <a:solidFill>
                  <a:schemeClr val="accent1"/>
                </a:solidFill>
                <a:latin typeface="Calibri"/>
              </a:rPr>
              <a:t>(d) Growth &amp; Stability (</a:t>
            </a:r>
            <a:r>
              <a:rPr b="0" lang="en-US" sz="2200" spc="-1" strike="noStrike">
                <a:solidFill>
                  <a:schemeClr val="accent1"/>
                </a:solidFill>
                <a:latin typeface="Calibri"/>
              </a:rPr>
              <a:t>Revenue Growth (YoY), EBITDA Growth, Volatility in cash flows)</a:t>
            </a:r>
            <a:endParaRPr b="0" lang="en-US" sz="2200" spc="-1" strike="noStrike">
              <a:solidFill>
                <a:schemeClr val="accent1"/>
              </a:solidFill>
              <a:latin typeface="Calibri"/>
            </a:endParaRPr>
          </a:p>
          <a:p>
            <a:pPr indent="0" defTabSz="914400">
              <a:lnSpc>
                <a:spcPct val="90000"/>
              </a:lnSpc>
              <a:spcBef>
                <a:spcPts val="1400"/>
              </a:spcBef>
              <a:buNone/>
              <a:tabLst>
                <a:tab algn="l" pos="0"/>
              </a:tabLst>
            </a:pPr>
            <a:endParaRPr b="0" lang="en-US" sz="2200" spc="-1" strike="noStrike">
              <a:solidFill>
                <a:schemeClr val="accent1"/>
              </a:solidFill>
              <a:latin typeface="Calibri"/>
            </a:endParaRPr>
          </a:p>
          <a:p>
            <a:pPr marL="228600" indent="-182880" defTabSz="914400">
              <a:lnSpc>
                <a:spcPct val="90000"/>
              </a:lnSpc>
              <a:spcBef>
                <a:spcPts val="1400"/>
              </a:spcBef>
              <a:buClr>
                <a:srgbClr val="4a66ac"/>
              </a:buClr>
              <a:buSzPct val="80000"/>
              <a:buFont typeface="Corbel"/>
              <a:buChar char="•"/>
              <a:tabLst>
                <a:tab algn="l" pos="0"/>
              </a:tabLst>
            </a:pPr>
            <a:r>
              <a:rPr b="0" lang="en-US" sz="2200" spc="-1" strike="noStrike">
                <a:solidFill>
                  <a:schemeClr val="accent1"/>
                </a:solidFill>
                <a:latin typeface="Calibri"/>
              </a:rPr>
              <a:t> </a:t>
            </a:r>
            <a:r>
              <a:rPr b="0" lang="en-US" sz="2200" spc="-1" strike="noStrike">
                <a:solidFill>
                  <a:schemeClr val="accent1"/>
                </a:solidFill>
                <a:latin typeface="Calibri"/>
              </a:rPr>
              <a:t>Textual features extracted from banks’ credit memos</a:t>
            </a:r>
            <a:endParaRPr b="0" lang="en-US" sz="2200" spc="-1" strike="noStrike">
              <a:solidFill>
                <a:schemeClr val="accent1"/>
              </a:solidFill>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p:nvPr>
        </p:nvSpPr>
        <p:spPr>
          <a:xfrm>
            <a:off x="729360" y="698760"/>
            <a:ext cx="10623960" cy="5517000"/>
          </a:xfrm>
          <a:prstGeom prst="rect">
            <a:avLst/>
          </a:prstGeom>
          <a:noFill/>
          <a:ln w="0">
            <a:noFill/>
          </a:ln>
        </p:spPr>
        <p:txBody>
          <a:bodyPr lIns="91440" rIns="91440" tIns="45720" bIns="45720" anchor="t">
            <a:normAutofit/>
          </a:bodyPr>
          <a:p>
            <a:pPr indent="0" defTabSz="914400">
              <a:lnSpc>
                <a:spcPct val="90000"/>
              </a:lnSpc>
              <a:spcBef>
                <a:spcPts val="1400"/>
              </a:spcBef>
              <a:buNone/>
              <a:tabLst>
                <a:tab algn="l" pos="0"/>
              </a:tabLst>
            </a:pPr>
            <a:r>
              <a:rPr b="1" lang="en-US" sz="4000" spc="-1" strike="noStrike">
                <a:solidFill>
                  <a:schemeClr val="accent1">
                    <a:lumMod val="75000"/>
                  </a:schemeClr>
                </a:solidFill>
                <a:latin typeface="Calibri"/>
              </a:rPr>
              <a:t>FEATURE DESIGN STRATEGY</a:t>
            </a:r>
            <a:endParaRPr b="0" lang="en-US" sz="4000" spc="-1" strike="noStrike">
              <a:solidFill>
                <a:schemeClr val="accent1"/>
              </a:solidFill>
              <a:latin typeface="Calibri"/>
            </a:endParaRPr>
          </a:p>
          <a:p>
            <a:pPr indent="0" defTabSz="914400">
              <a:lnSpc>
                <a:spcPct val="150000"/>
              </a:lnSpc>
              <a:spcBef>
                <a:spcPts val="1400"/>
              </a:spcBef>
              <a:buNone/>
              <a:tabLst>
                <a:tab algn="l" pos="0"/>
              </a:tabLst>
            </a:pPr>
            <a:br>
              <a:rPr sz="2200"/>
            </a:br>
            <a:r>
              <a:rPr b="0" lang="en-US" sz="2200" spc="-1" strike="noStrike">
                <a:solidFill>
                  <a:schemeClr val="accent1"/>
                </a:solidFill>
                <a:latin typeface="Calibri"/>
              </a:rPr>
              <a:t>• </a:t>
            </a:r>
            <a:r>
              <a:rPr b="0" lang="en-US" sz="2200" spc="-1" strike="noStrike">
                <a:solidFill>
                  <a:schemeClr val="accent1"/>
                </a:solidFill>
                <a:latin typeface="Calibri"/>
              </a:rPr>
              <a:t>Financial features (KPIs) are prioritized, as they dominate credit risk assessment</a:t>
            </a:r>
            <a:br>
              <a:rPr sz="2200"/>
            </a:br>
            <a:r>
              <a:rPr b="0" lang="en-US" sz="2200" spc="-1" strike="noStrike">
                <a:solidFill>
                  <a:schemeClr val="accent1"/>
                </a:solidFill>
                <a:latin typeface="Calibri"/>
              </a:rPr>
              <a:t>• A limited set of textual features is used to complement financial indicators</a:t>
            </a:r>
            <a:br>
              <a:rPr sz="2200"/>
            </a:br>
            <a:r>
              <a:rPr b="0" lang="en-US" sz="2200" spc="-1" strike="noStrike">
                <a:solidFill>
                  <a:schemeClr val="accent1"/>
                </a:solidFill>
                <a:latin typeface="Calibri"/>
              </a:rPr>
              <a:t>• A binary feature indicates whether text is extracted from the company’s own historical memos or via peer-to-peer (P2P) comparison</a:t>
            </a:r>
            <a:br>
              <a:rPr sz="2200"/>
            </a:br>
            <a:r>
              <a:rPr b="0" lang="en-US" sz="2200" spc="-1" strike="noStrike">
                <a:solidFill>
                  <a:schemeClr val="accent1"/>
                </a:solidFill>
                <a:latin typeface="Calibri"/>
              </a:rPr>
              <a:t>• Retrieval-Augmented Generation (RAG) is used to extract structured textual features from credit memos</a:t>
            </a:r>
            <a:endParaRPr b="0" lang="en-US" sz="2200" spc="-1" strike="noStrike">
              <a:solidFill>
                <a:schemeClr val="accent1"/>
              </a:solidFill>
              <a:latin typeface="Calibri"/>
            </a:endParaRPr>
          </a:p>
          <a:p>
            <a:pPr indent="0" defTabSz="914400">
              <a:lnSpc>
                <a:spcPct val="150000"/>
              </a:lnSpc>
              <a:spcBef>
                <a:spcPts val="1400"/>
              </a:spcBef>
              <a:buNone/>
              <a:tabLst>
                <a:tab algn="l" pos="0"/>
              </a:tabLst>
            </a:pPr>
            <a:endParaRPr b="0" lang="en-US" sz="2200" spc="-1" strike="noStrike">
              <a:solidFill>
                <a:schemeClr val="accent1"/>
              </a:solidFill>
              <a:latin typeface="Calibri"/>
            </a:endParaRPr>
          </a:p>
          <a:p>
            <a:pPr indent="0" defTabSz="914400">
              <a:lnSpc>
                <a:spcPct val="90000"/>
              </a:lnSpc>
              <a:spcBef>
                <a:spcPts val="1400"/>
              </a:spcBef>
              <a:buNone/>
              <a:tabLst>
                <a:tab algn="l" pos="0"/>
              </a:tabLst>
            </a:pPr>
            <a:endParaRPr b="0" lang="en-US" sz="2200" spc="-1" strike="noStrike">
              <a:solidFill>
                <a:schemeClr val="accent1"/>
              </a:solidFill>
              <a:latin typeface="Calibri"/>
            </a:endParaRPr>
          </a:p>
          <a:p>
            <a:pPr indent="0" defTabSz="914400">
              <a:lnSpc>
                <a:spcPct val="90000"/>
              </a:lnSpc>
              <a:spcBef>
                <a:spcPts val="1400"/>
              </a:spcBef>
              <a:buNone/>
              <a:tabLst>
                <a:tab algn="l" pos="0"/>
              </a:tabLst>
            </a:pPr>
            <a:endParaRPr b="0" lang="en-US" sz="2200" spc="-1" strike="noStrike">
              <a:solidFill>
                <a:schemeClr val="accent1"/>
              </a:solidFill>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Picture 8" descr=""/>
          <p:cNvPicPr/>
          <p:nvPr/>
        </p:nvPicPr>
        <p:blipFill>
          <a:blip r:embed="rId1"/>
          <a:stretch/>
        </p:blipFill>
        <p:spPr>
          <a:xfrm>
            <a:off x="226080" y="113040"/>
            <a:ext cx="11814840" cy="65955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452520"/>
            <a:ext cx="10180080" cy="1513080"/>
          </a:xfrm>
          <a:prstGeom prst="rect">
            <a:avLst/>
          </a:prstGeom>
          <a:noFill/>
          <a:ln w="0">
            <a:noFill/>
          </a:ln>
        </p:spPr>
        <p:txBody>
          <a:bodyPr lIns="91440" rIns="91440" tIns="45720" bIns="45720" anchor="ctr">
            <a:normAutofit/>
          </a:bodyPr>
          <a:p>
            <a:pPr indent="0" defTabSz="914400">
              <a:lnSpc>
                <a:spcPct val="90000"/>
              </a:lnSpc>
              <a:buNone/>
            </a:pPr>
            <a:r>
              <a:rPr b="1" lang="en-US" sz="4000" spc="-1" strike="noStrike">
                <a:solidFill>
                  <a:schemeClr val="accent1">
                    <a:lumMod val="75000"/>
                  </a:schemeClr>
                </a:solidFill>
                <a:latin typeface="Calibri"/>
              </a:rPr>
              <a:t>Textual Feature Strategy: Existing vs New Companies</a:t>
            </a:r>
            <a:endParaRPr b="0" lang="en-US" sz="4000" spc="-1" strike="noStrike">
              <a:solidFill>
                <a:schemeClr val="dk1"/>
              </a:solidFill>
              <a:latin typeface="Calibri"/>
            </a:endParaRPr>
          </a:p>
        </p:txBody>
      </p:sp>
      <p:sp>
        <p:nvSpPr>
          <p:cNvPr id="90" name="PlaceHolder 2"/>
          <p:cNvSpPr>
            <a:spLocks noGrp="1"/>
          </p:cNvSpPr>
          <p:nvPr>
            <p:ph/>
          </p:nvPr>
        </p:nvSpPr>
        <p:spPr>
          <a:xfrm>
            <a:off x="578160" y="1340280"/>
            <a:ext cx="11353320" cy="4768920"/>
          </a:xfrm>
          <a:prstGeom prst="rect">
            <a:avLst/>
          </a:prstGeom>
          <a:noFill/>
          <a:ln w="0">
            <a:noFill/>
          </a:ln>
        </p:spPr>
        <p:txBody>
          <a:bodyPr lIns="91440" rIns="91440" tIns="45720" bIns="45720" anchor="t">
            <a:noAutofit/>
          </a:bodyPr>
          <a:p>
            <a:pPr indent="0" defTabSz="914400">
              <a:lnSpc>
                <a:spcPct val="170000"/>
              </a:lnSpc>
              <a:spcBef>
                <a:spcPts val="1400"/>
              </a:spcBef>
              <a:buNone/>
              <a:tabLst>
                <a:tab algn="l" pos="0"/>
              </a:tabLst>
            </a:pPr>
            <a:br>
              <a:rPr sz="2000"/>
            </a:br>
            <a:r>
              <a:rPr b="0" lang="en-US" sz="2000" spc="-1" strike="noStrike">
                <a:solidFill>
                  <a:schemeClr val="accent1"/>
                </a:solidFill>
                <a:latin typeface="Calibri"/>
              </a:rPr>
              <a:t>• </a:t>
            </a:r>
            <a:r>
              <a:rPr b="0" lang="en-US" sz="2000" spc="-1" strike="noStrike">
                <a:solidFill>
                  <a:schemeClr val="accent1"/>
                </a:solidFill>
                <a:latin typeface="Calibri"/>
              </a:rPr>
              <a:t>For companies with historical credit memos, </a:t>
            </a:r>
            <a:r>
              <a:rPr b="1" lang="en-US" sz="2000" spc="-1" strike="noStrike">
                <a:solidFill>
                  <a:schemeClr val="accent1"/>
                </a:solidFill>
                <a:latin typeface="Calibri"/>
              </a:rPr>
              <a:t>textual features is directly extracted from their own memos</a:t>
            </a:r>
            <a:br>
              <a:rPr sz="2000"/>
            </a:br>
            <a:r>
              <a:rPr b="0" lang="en-US" sz="2000" spc="-1" strike="noStrike">
                <a:solidFill>
                  <a:schemeClr val="accent1"/>
                </a:solidFill>
                <a:latin typeface="Calibri"/>
              </a:rPr>
              <a:t>• For new companies without prior memos, </a:t>
            </a:r>
            <a:r>
              <a:rPr b="1" lang="en-US" sz="2000" spc="-1" strike="noStrike">
                <a:solidFill>
                  <a:schemeClr val="accent1"/>
                </a:solidFill>
                <a:latin typeface="Calibri"/>
              </a:rPr>
              <a:t>peer-to-peer (P2P) comparison</a:t>
            </a:r>
            <a:r>
              <a:rPr b="0" lang="en-US" sz="2000" spc="-1" strike="noStrike">
                <a:solidFill>
                  <a:schemeClr val="accent1"/>
                </a:solidFill>
                <a:latin typeface="Calibri"/>
              </a:rPr>
              <a:t> is initiated to infer risk</a:t>
            </a:r>
            <a:br>
              <a:rPr sz="2000"/>
            </a:br>
            <a:r>
              <a:rPr b="0" lang="en-US" sz="2000" spc="-1" strike="noStrike">
                <a:solidFill>
                  <a:schemeClr val="accent1"/>
                </a:solidFill>
                <a:latin typeface="Calibri"/>
              </a:rPr>
              <a:t>• An additional binary feature indicates whether textual features are derived from the company’s </a:t>
            </a:r>
            <a:r>
              <a:rPr b="1" lang="en-US" sz="2000" spc="-1" strike="noStrike">
                <a:solidFill>
                  <a:schemeClr val="accent1"/>
                </a:solidFill>
                <a:latin typeface="Calibri"/>
              </a:rPr>
              <a:t>own memos</a:t>
            </a:r>
            <a:r>
              <a:rPr b="0" lang="en-US" sz="2000" spc="-1" strike="noStrike">
                <a:solidFill>
                  <a:schemeClr val="accent1"/>
                </a:solidFill>
                <a:latin typeface="Calibri"/>
              </a:rPr>
              <a:t> or from </a:t>
            </a:r>
            <a:r>
              <a:rPr b="1" lang="en-US" sz="2000" spc="-1" strike="noStrike">
                <a:solidFill>
                  <a:schemeClr val="accent1"/>
                </a:solidFill>
                <a:latin typeface="Calibri"/>
              </a:rPr>
              <a:t>peer companies’ memos</a:t>
            </a:r>
            <a:br>
              <a:rPr sz="2000"/>
            </a:br>
            <a:r>
              <a:rPr b="0" lang="en-US" sz="2000" spc="-1" strike="noStrike">
                <a:solidFill>
                  <a:schemeClr val="accent1"/>
                </a:solidFill>
                <a:latin typeface="Calibri"/>
              </a:rPr>
              <a:t>• This distinction enables differentiation between </a:t>
            </a:r>
            <a:r>
              <a:rPr b="1" lang="en-US" sz="2000" spc="-1" strike="noStrike">
                <a:solidFill>
                  <a:schemeClr val="accent1"/>
                </a:solidFill>
                <a:latin typeface="Calibri"/>
              </a:rPr>
              <a:t>traditional lending</a:t>
            </a:r>
            <a:r>
              <a:rPr b="0" lang="en-US" sz="2000" spc="-1" strike="noStrike">
                <a:solidFill>
                  <a:schemeClr val="accent1"/>
                </a:solidFill>
                <a:latin typeface="Calibri"/>
              </a:rPr>
              <a:t> and </a:t>
            </a:r>
            <a:r>
              <a:rPr b="1" lang="en-US" sz="2000" spc="-1" strike="noStrike">
                <a:solidFill>
                  <a:schemeClr val="accent1"/>
                </a:solidFill>
                <a:latin typeface="Calibri"/>
              </a:rPr>
              <a:t>P2P-based lending</a:t>
            </a:r>
            <a:r>
              <a:rPr b="0" lang="en-US" sz="2000" spc="-1" strike="noStrike">
                <a:solidFill>
                  <a:schemeClr val="accent1"/>
                </a:solidFill>
                <a:latin typeface="Calibri"/>
              </a:rPr>
              <a:t>, supporting differential interest rate estimation and benchmarking</a:t>
            </a:r>
            <a:br>
              <a:rPr sz="2000"/>
            </a:br>
            <a:r>
              <a:rPr b="0" lang="en-US" sz="2000" spc="-1" strike="noStrike">
                <a:solidFill>
                  <a:schemeClr val="accent1"/>
                </a:solidFill>
                <a:latin typeface="Calibri"/>
              </a:rPr>
              <a:t>• Peers are identified using multiple criteria, including sector, industry, and similarity in financial features</a:t>
            </a:r>
            <a:endParaRPr b="0" lang="en-US" sz="2000" spc="-1" strike="noStrike">
              <a:solidFill>
                <a:schemeClr val="accent1"/>
              </a:solidFill>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Subtitle 2"/>
          <p:cNvSpPr/>
          <p:nvPr/>
        </p:nvSpPr>
        <p:spPr>
          <a:xfrm>
            <a:off x="729360" y="1261080"/>
            <a:ext cx="11051640" cy="5784480"/>
          </a:xfrm>
          <a:prstGeom prst="rect">
            <a:avLst/>
          </a:prstGeom>
          <a:noFill/>
          <a:ln w="0">
            <a:noFill/>
          </a:ln>
        </p:spPr>
        <p:style>
          <a:lnRef idx="0"/>
          <a:fillRef idx="0"/>
          <a:effectRef idx="0"/>
          <a:fontRef idx="minor"/>
        </p:style>
        <p:txBody>
          <a:bodyPr anchor="t">
            <a:normAutofit/>
          </a:bodyPr>
          <a:p>
            <a:pPr marL="45720" defTabSz="914400">
              <a:lnSpc>
                <a:spcPct val="150000"/>
              </a:lnSpc>
              <a:spcBef>
                <a:spcPts val="1400"/>
              </a:spcBef>
              <a:tabLst>
                <a:tab algn="l" pos="0"/>
              </a:tabLst>
            </a:pPr>
            <a:br>
              <a:rPr sz="2200"/>
            </a:br>
            <a:r>
              <a:rPr b="0" lang="en-US" sz="2200" spc="-1" strike="noStrike">
                <a:solidFill>
                  <a:schemeClr val="accent1"/>
                </a:solidFill>
                <a:latin typeface="Calibri"/>
              </a:rPr>
              <a:t>• </a:t>
            </a:r>
            <a:r>
              <a:rPr b="0" lang="en-US" sz="2000" spc="-1" strike="noStrike">
                <a:solidFill>
                  <a:schemeClr val="accent1"/>
                </a:solidFill>
                <a:latin typeface="Calibri"/>
              </a:rPr>
              <a:t>We use the WinterForest US SEC 10-K filings dataset from the Hugging Face library</a:t>
            </a:r>
            <a:br>
              <a:rPr sz="2000"/>
            </a:br>
            <a:r>
              <a:rPr b="0" lang="en-US" sz="2000" spc="-1" strike="noStrike">
                <a:solidFill>
                  <a:schemeClr val="accent1"/>
                </a:solidFill>
                <a:latin typeface="Calibri"/>
              </a:rPr>
              <a:t>• Financial data is extracted from the filings and organized into a structured database for this study but (in practice, this data is provided directly by the company)</a:t>
            </a:r>
            <a:br>
              <a:rPr sz="2000"/>
            </a:br>
            <a:r>
              <a:rPr b="0" lang="en-US" sz="2000" spc="-1" strike="noStrike">
                <a:solidFill>
                  <a:schemeClr val="accent1"/>
                </a:solidFill>
                <a:latin typeface="Calibri"/>
              </a:rPr>
              <a:t>• Risk-related labels/features for training are generated from the same dataset (in real-world settings, these are explicitly provided in credit memos)</a:t>
            </a:r>
            <a:br>
              <a:rPr sz="2000"/>
            </a:br>
            <a:r>
              <a:rPr b="0" lang="en-US" sz="2000" spc="-1" strike="noStrike">
                <a:solidFill>
                  <a:schemeClr val="accent1"/>
                </a:solidFill>
                <a:latin typeface="Calibri"/>
              </a:rPr>
              <a:t>• For companies without historical credit memos, peer-to-peer (P2P) comparison is performed based on sector, industry, and similarity in financial features to generate textual features (in practice, additional factors such as transactional data are also used)</a:t>
            </a:r>
            <a:endParaRPr b="0" lang="en-IN" sz="2000" spc="-1" strike="noStrike">
              <a:solidFill>
                <a:srgbClr val="000000"/>
              </a:solidFill>
              <a:latin typeface="Arial"/>
            </a:endParaRPr>
          </a:p>
        </p:txBody>
      </p:sp>
      <p:sp>
        <p:nvSpPr>
          <p:cNvPr id="92" name="Title 1"/>
          <p:cNvSpPr/>
          <p:nvPr/>
        </p:nvSpPr>
        <p:spPr>
          <a:xfrm>
            <a:off x="729360" y="513720"/>
            <a:ext cx="11051640" cy="1026000"/>
          </a:xfrm>
          <a:prstGeom prst="rect">
            <a:avLst/>
          </a:prstGeom>
          <a:noFill/>
          <a:ln w="0">
            <a:noFill/>
          </a:ln>
        </p:spPr>
        <p:style>
          <a:lnRef idx="0"/>
          <a:fillRef idx="0"/>
          <a:effectRef idx="0"/>
          <a:fontRef idx="minor"/>
        </p:style>
        <p:txBody>
          <a:bodyPr anchor="ctr">
            <a:normAutofit/>
          </a:bodyPr>
          <a:p>
            <a:pPr defTabSz="914400">
              <a:lnSpc>
                <a:spcPct val="90000"/>
              </a:lnSpc>
            </a:pPr>
            <a:r>
              <a:rPr b="1" lang="en-US" sz="4000" spc="-1" strike="noStrike">
                <a:solidFill>
                  <a:schemeClr val="accent1">
                    <a:lumMod val="75000"/>
                  </a:schemeClr>
                </a:solidFill>
                <a:latin typeface="Calibri"/>
              </a:rPr>
              <a:t>Data Source and Feature Construction</a:t>
            </a:r>
            <a:endParaRPr b="0" lang="en-IN"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1143000" y="609480"/>
            <a:ext cx="9875160" cy="1356120"/>
          </a:xfrm>
          <a:prstGeom prst="rect">
            <a:avLst/>
          </a:prstGeom>
          <a:noFill/>
          <a:ln w="0">
            <a:noFill/>
          </a:ln>
        </p:spPr>
        <p:txBody>
          <a:bodyPr lIns="91440" rIns="91440" tIns="45720" bIns="45720" anchor="ctr">
            <a:noAutofit/>
          </a:bodyPr>
          <a:p>
            <a:pPr indent="0" defTabSz="914400">
              <a:lnSpc>
                <a:spcPct val="90000"/>
              </a:lnSpc>
              <a:buNone/>
            </a:pPr>
            <a:r>
              <a:rPr b="1" lang="en-US" sz="4000" spc="-1" strike="noStrike">
                <a:solidFill>
                  <a:schemeClr val="accent1">
                    <a:lumMod val="75000"/>
                  </a:schemeClr>
                </a:solidFill>
                <a:latin typeface="Calibri"/>
              </a:rPr>
              <a:t>CURRENT PROGRESS</a:t>
            </a:r>
            <a:endParaRPr b="0" lang="en-US" sz="4000" spc="-1" strike="noStrike">
              <a:solidFill>
                <a:schemeClr val="dk1"/>
              </a:solidFill>
              <a:latin typeface="Calibri"/>
            </a:endParaRPr>
          </a:p>
        </p:txBody>
      </p:sp>
      <p:sp>
        <p:nvSpPr>
          <p:cNvPr id="94" name="PlaceHolder 2"/>
          <p:cNvSpPr>
            <a:spLocks noGrp="1"/>
          </p:cNvSpPr>
          <p:nvPr>
            <p:ph/>
          </p:nvPr>
        </p:nvSpPr>
        <p:spPr>
          <a:xfrm>
            <a:off x="1143000" y="2057400"/>
            <a:ext cx="9872640" cy="4038120"/>
          </a:xfrm>
          <a:prstGeom prst="rect">
            <a:avLst/>
          </a:prstGeom>
          <a:noFill/>
          <a:ln w="0">
            <a:noFill/>
          </a:ln>
        </p:spPr>
        <p:txBody>
          <a:bodyPr lIns="91440" rIns="91440" tIns="45720" bIns="45720" anchor="t">
            <a:noAutofit/>
          </a:bodyPr>
          <a:p>
            <a:pPr marL="228600" indent="-182880" defTabSz="914400">
              <a:lnSpc>
                <a:spcPct val="90000"/>
              </a:lnSpc>
              <a:spcBef>
                <a:spcPts val="1400"/>
              </a:spcBef>
              <a:buClr>
                <a:srgbClr val="4a66ac"/>
              </a:buClr>
              <a:buSzPct val="80000"/>
              <a:buFont typeface="Corbel"/>
              <a:buChar char="•"/>
            </a:pPr>
            <a:r>
              <a:rPr b="0" lang="en-US" sz="2200" spc="-1" strike="noStrike">
                <a:solidFill>
                  <a:schemeClr val="accent1"/>
                </a:solidFill>
                <a:latin typeface="Calibri"/>
              </a:rPr>
              <a:t>Extracting Financial and Textual Features:</a:t>
            </a:r>
            <a:endParaRPr b="0" lang="en-US" sz="2200" spc="-1" strike="noStrike">
              <a:solidFill>
                <a:schemeClr val="accent1"/>
              </a:solidFill>
              <a:latin typeface="Calibri"/>
            </a:endParaRPr>
          </a:p>
          <a:p>
            <a:pPr lvl="1" marL="864000" indent="0" defTabSz="914400">
              <a:lnSpc>
                <a:spcPct val="90000"/>
              </a:lnSpc>
              <a:spcBef>
                <a:spcPts val="1134"/>
              </a:spcBef>
              <a:buNone/>
            </a:pPr>
            <a:r>
              <a:rPr b="0" lang="en-US" sz="2200" spc="-1" strike="noStrike">
                <a:solidFill>
                  <a:schemeClr val="accent1"/>
                </a:solidFill>
                <a:latin typeface="Calibri"/>
              </a:rPr>
              <a:t>From the reports, we extracting the financial features through chunking it structurally and stored it in a efficient manner. The rest included chunks included things like description, heirarchy, etc. which we chunked further and summarized each sub-chunk to get a summarized theory about the company. This can be used to extract sector, industry and size of the company which can easily help us in performing P2P comparisons with other companies. </a:t>
            </a:r>
            <a:endParaRPr b="0" lang="en-US" sz="2200" spc="-1" strike="noStrike">
              <a:solidFill>
                <a:schemeClr val="accent1"/>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Basis">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hade val="95000"/>
          </a:schemeClr>
        </a:solidFill>
        <a:solidFill>
          <a:schemeClr val="phClr">
            <a:tint val="90000"/>
            <a:shade val="85000"/>
            <a:lumMod val="110000"/>
          </a:schemeClr>
        </a:solidFill>
      </a:bgFillStyleLst>
    </a:fmtScheme>
  </a:themeElements>
</a:theme>
</file>

<file path=ppt/theme/theme2.xml><?xml version="1.0" encoding="utf-8"?>
<a:theme xmlns:a="http://schemas.openxmlformats.org/drawingml/2006/main" xmlns:r="http://schemas.openxmlformats.org/officeDocument/2006/relationships" name="Basis">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hade val="95000"/>
          </a:schemeClr>
        </a:solidFill>
        <a:solidFill>
          <a:schemeClr val="phClr">
            <a:tint val="90000"/>
            <a:shade val="85000"/>
            <a:lumMod val="110000"/>
          </a:schemeClr>
        </a:solidFill>
      </a:bgFillStyleLst>
    </a:fmtScheme>
  </a:themeElements>
</a:theme>
</file>

<file path=ppt/theme/theme3.xml><?xml version="1.0" encoding="utf-8"?>
<a:theme xmlns:a="http://schemas.openxmlformats.org/drawingml/2006/main" xmlns:r="http://schemas.openxmlformats.org/officeDocument/2006/relationships" name="Basis">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hade val="95000"/>
          </a:schemeClr>
        </a:solidFill>
        <a:solidFill>
          <a:schemeClr val="phClr">
            <a:tint val="90000"/>
            <a:shade val="85000"/>
            <a:lumMod val="110000"/>
          </a:schemeClr>
        </a:solidFill>
      </a:bgFillStyleLst>
    </a:fmtScheme>
  </a:themeElements>
</a:theme>
</file>

<file path=ppt/theme/theme4.xml><?xml version="1.0" encoding="utf-8"?>
<a:theme xmlns:a="http://schemas.openxmlformats.org/drawingml/2006/main" xmlns:r="http://schemas.openxmlformats.org/officeDocument/2006/relationships" name="Basis">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hade val="95000"/>
          </a:schemeClr>
        </a:solidFill>
        <a:solidFill>
          <a:schemeClr val="phClr">
            <a:tint val="90000"/>
            <a:shade val="85000"/>
            <a:lumMod val="110000"/>
          </a:schemeClr>
        </a:solidFill>
      </a:bgFillStyleLst>
    </a:fmtScheme>
  </a:themeElements>
</a:theme>
</file>

<file path=ppt/theme/theme5.xml><?xml version="1.0" encoding="utf-8"?>
<a:theme xmlns:a="http://schemas.openxmlformats.org/drawingml/2006/main" xmlns:r="http://schemas.openxmlformats.org/officeDocument/2006/relationships" name="Basis">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hade val="95000"/>
          </a:schemeClr>
        </a:solidFill>
        <a:solidFill>
          <a:schemeClr val="phClr">
            <a:tint val="90000"/>
            <a:shade val="85000"/>
            <a:lumMod val="110000"/>
          </a:schemeClr>
        </a:solidFill>
      </a:bgFillStyleLst>
    </a:fmtScheme>
  </a:themeElements>
</a:theme>
</file>

<file path=ppt/theme/theme6.xml><?xml version="1.0" encoding="utf-8"?>
<a:theme xmlns:a="http://schemas.openxmlformats.org/drawingml/2006/main" xmlns:r="http://schemas.openxmlformats.org/officeDocument/2006/relationships" name="Basis">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hade val="95000"/>
          </a:schemeClr>
        </a:solidFill>
        <a:solidFill>
          <a:schemeClr val="phClr">
            <a:tint val="90000"/>
            <a:shade val="85000"/>
            <a:lumMod val="110000"/>
          </a:schemeClr>
        </a:solidFill>
      </a:bgFillStyleLst>
    </a:fmtScheme>
  </a:themeElements>
</a:theme>
</file>

<file path=ppt/theme/theme7.xml><?xml version="1.0" encoding="utf-8"?>
<a:theme xmlns:a="http://schemas.openxmlformats.org/drawingml/2006/main" xmlns:r="http://schemas.openxmlformats.org/officeDocument/2006/relationships" name="Basis">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hade val="95000"/>
          </a:schemeClr>
        </a:solidFill>
        <a:solidFill>
          <a:schemeClr val="phClr">
            <a:tint val="90000"/>
            <a:shade val="85000"/>
            <a:lumMod val="110000"/>
          </a:schemeClr>
        </a:solidFill>
      </a:bgFillStyleLst>
    </a:fmtScheme>
  </a:themeElements>
</a:theme>
</file>

<file path=ppt/theme/theme8.xml><?xml version="1.0" encoding="utf-8"?>
<a:theme xmlns:a="http://schemas.openxmlformats.org/drawingml/2006/main" xmlns:r="http://schemas.openxmlformats.org/officeDocument/2006/relationships" name="Basis">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hade val="95000"/>
          </a:schemeClr>
        </a:solidFill>
        <a:solidFill>
          <a:schemeClr val="phClr">
            <a:tint val="90000"/>
            <a:shade val="85000"/>
            <a:lumMod val="110000"/>
          </a:schemeClr>
        </a:solidFill>
      </a:bgFillStyleLst>
    </a:fmtScheme>
  </a:themeElements>
</a:theme>
</file>

<file path=ppt/theme/theme9.xml><?xml version="1.0" encoding="utf-8"?>
<a:theme xmlns:a="http://schemas.openxmlformats.org/drawingml/2006/main" xmlns:r="http://schemas.openxmlformats.org/officeDocument/2006/relationships" name="Basis">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hade val="95000"/>
          </a:schemeClr>
        </a:solidFill>
        <a:solidFill>
          <a:schemeClr val="phClr">
            <a:tint val="90000"/>
            <a:shade val="85000"/>
            <a:lumMod val="110000"/>
          </a:schemeClr>
        </a:solidFill>
      </a:bgFillStyleLst>
    </a:fmtScheme>
  </a:themeElements>
</a:theme>
</file>

<file path=ppt/theme/theme10.xml><?xml version="1.0" encoding="utf-8"?>
<a:theme xmlns:a="http://schemas.openxmlformats.org/drawingml/2006/main" xmlns:r="http://schemas.openxmlformats.org/officeDocument/2006/relationships" name="Basis">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hade val="95000"/>
          </a:schemeClr>
        </a:solidFill>
        <a:solidFill>
          <a:schemeClr val="phClr">
            <a:tint val="90000"/>
            <a:shade val="85000"/>
            <a:lumMod val="110000"/>
          </a:schemeClr>
        </a:solidFill>
      </a:bgFillStyleLst>
    </a:fmtScheme>
  </a:themeElements>
</a:theme>
</file>

<file path=ppt/theme/theme11.xml><?xml version="1.0" encoding="utf-8"?>
<a:theme xmlns:a="http://schemas.openxmlformats.org/drawingml/2006/main" xmlns:r="http://schemas.openxmlformats.org/officeDocument/2006/relationships" name="Basis">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hade val="95000"/>
          </a:schemeClr>
        </a:solidFill>
        <a:solidFill>
          <a:schemeClr val="phClr">
            <a:tint val="90000"/>
            <a:shade val="85000"/>
            <a:lumMod val="110000"/>
          </a:schemeClr>
        </a:solidFill>
      </a:bgFillStyleLst>
    </a:fmtScheme>
  </a:themeElements>
</a:theme>
</file>

<file path=docProps/app.xml><?xml version="1.0" encoding="utf-8"?>
<Properties xmlns="http://schemas.openxmlformats.org/officeDocument/2006/extended-properties" xmlns:vt="http://schemas.openxmlformats.org/officeDocument/2006/docPropsVTypes">
  <Template>TM03457444[[fn=Basis]]</Template>
  <TotalTime>488</TotalTime>
  <Application>LibreOffice/24.2.7.2$Linux_X86_64 LibreOffice_project/420$Build-2</Application>
  <AppVersion>15.0000</AppVersion>
  <Words>564</Words>
  <Paragraphs>25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2025-11-03T09:28:40Z</dcterms:created>
  <dc:creator>Shreya Gupta</dc:creator>
  <dc:description/>
  <dc:language>en-IN</dc:language>
  <cp:lastModifiedBy/>
  <dcterms:modified xsi:type="dcterms:W3CDTF">2025-12-30T19:16:43Z</dcterms:modified>
  <cp:revision>12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8</vt:i4>
  </property>
</Properties>
</file>